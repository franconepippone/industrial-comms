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88" r:id="rId3"/>
    <p:sldId id="291" r:id="rId4"/>
    <p:sldId id="292" r:id="rId5"/>
    <p:sldId id="290" r:id="rId6"/>
    <p:sldId id="293" r:id="rId7"/>
    <p:sldId id="296" r:id="rId8"/>
    <p:sldId id="294" r:id="rId9"/>
    <p:sldId id="295" r:id="rId10"/>
    <p:sldId id="297" r:id="rId11"/>
    <p:sldId id="289" r:id="rId12"/>
    <p:sldId id="276" r:id="rId13"/>
    <p:sldId id="277" r:id="rId14"/>
    <p:sldId id="278" r:id="rId15"/>
    <p:sldId id="279" r:id="rId16"/>
    <p:sldId id="280" r:id="rId17"/>
    <p:sldId id="281" r:id="rId18"/>
    <p:sldId id="283" r:id="rId19"/>
    <p:sldId id="282" r:id="rId20"/>
    <p:sldId id="285" r:id="rId21"/>
    <p:sldId id="287" r:id="rId22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13B15D37-14D8-4AFD-84DD-15FF472E2219}">
          <p14:sldIdLst>
            <p14:sldId id="256"/>
            <p14:sldId id="288"/>
          </p14:sldIdLst>
        </p14:section>
        <p14:section name="Sezione senza titolo" id="{B56565B2-8327-496E-9B99-5E9E2E7CD960}">
          <p14:sldIdLst>
            <p14:sldId id="291"/>
            <p14:sldId id="292"/>
            <p14:sldId id="290"/>
            <p14:sldId id="293"/>
            <p14:sldId id="296"/>
            <p14:sldId id="294"/>
            <p14:sldId id="295"/>
            <p14:sldId id="297"/>
            <p14:sldId id="289"/>
            <p14:sldId id="276"/>
            <p14:sldId id="277"/>
            <p14:sldId id="278"/>
            <p14:sldId id="279"/>
            <p14:sldId id="280"/>
            <p14:sldId id="281"/>
            <p14:sldId id="283"/>
            <p14:sldId id="282"/>
            <p14:sldId id="285"/>
            <p14:sldId id="2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C6FF"/>
    <a:srgbClr val="4FD1FF"/>
    <a:srgbClr val="373737"/>
    <a:srgbClr val="B3DEFF"/>
    <a:srgbClr val="FFFFFF"/>
    <a:srgbClr val="8BE1FF"/>
    <a:srgbClr val="1F1F1F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52" autoAdjust="0"/>
  </p:normalViewPr>
  <p:slideViewPr>
    <p:cSldViewPr snapToGrid="0" showGuides="1">
      <p:cViewPr>
        <p:scale>
          <a:sx n="100" d="100"/>
          <a:sy n="100" d="100"/>
        </p:scale>
        <p:origin x="990" y="318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11906577605453E-2"/>
          <c:y val="4.9215180062756901E-2"/>
          <c:w val="0.95088093422394548"/>
          <c:h val="0.90156963987448624"/>
        </c:manualLayout>
      </c:layout>
      <c:lineChart>
        <c:grouping val="standard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Serie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9</c:v>
                </c:pt>
                <c:pt idx="6">
                  <c:v>12</c:v>
                </c:pt>
                <c:pt idx="7">
                  <c:v>15</c:v>
                </c:pt>
                <c:pt idx="8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221-4E34-B1DE-91754F1A4E4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659086552"/>
        <c:axId val="659085568"/>
      </c:lineChart>
      <c:catAx>
        <c:axId val="659086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659085568"/>
        <c:crosses val="autoZero"/>
        <c:auto val="1"/>
        <c:lblAlgn val="ctr"/>
        <c:lblOffset val="100"/>
        <c:noMultiLvlLbl val="0"/>
      </c:catAx>
      <c:valAx>
        <c:axId val="659085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659086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it-IT" sz="1862" b="1" i="0" u="none" strike="noStrike" kern="1200" spc="0" baseline="0" noProof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pPr>
            <a:r>
              <a:rPr lang="it-IT" b="1" noProof="0" dirty="0">
                <a:solidFill>
                  <a:srgbClr val="595959"/>
                </a:solidFill>
              </a:rPr>
              <a:t>Analisi dei rischi del progetto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it-IT" sz="1862" b="1" i="0" u="none" strike="noStrike" kern="1200" spc="0" baseline="0" noProof="0">
              <a:solidFill>
                <a:srgbClr val="595959"/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49-4F49-8CBC-B30308E5CF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49-4F49-8CBC-B30308E5CF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649-4F49-8CBC-B30308E5CFD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 4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649-4F49-8CBC-B30308E5CFD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 5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9-4F49-8CBC-B30308E5CFD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 6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649-4F49-8CBC-B30308E5CFD7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 7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649-4F49-8CBC-B30308E5CF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1"/>
        <c:overlap val="-63"/>
        <c:axId val="389775312"/>
        <c:axId val="389775968"/>
      </c:barChart>
      <c:catAx>
        <c:axId val="3897753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89775968"/>
        <c:crosses val="autoZero"/>
        <c:auto val="1"/>
        <c:lblAlgn val="ctr"/>
        <c:lblOffset val="100"/>
        <c:noMultiLvlLbl val="0"/>
      </c:catAx>
      <c:valAx>
        <c:axId val="389775968"/>
        <c:scaling>
          <c:orientation val="minMax"/>
          <c:max val="18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it-IT" sz="1000" b="0" i="0" u="none" strike="noStrike" kern="1200" baseline="0" noProof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389775312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it-IT" noProof="0"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B46527B0-0B24-4087-B225-DB4F5C738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72798E0-F322-4236-8531-A1882BFE4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B190EFE-CCCB-4DCD-B1CF-8C3CB119D6FE}" type="datetime1">
              <a:rPr lang="it-IT" smtClean="0"/>
              <a:t>30/06/2026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4E5881F-2FD0-41BC-8E76-C691E59E14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2CA62C5-8A29-4592-9E3E-4C457F263C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4E85F6F-0FAD-4AD4-850C-7E4CD14D7D70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83274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AC070-77AE-44FC-B0C8-108B581F9765}" type="datetime1">
              <a:rPr lang="it-IT" noProof="0" smtClean="0"/>
              <a:pPr/>
              <a:t>30/06/2026</a:t>
            </a:fld>
            <a:endParaRPr lang="it-IT" noProof="0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 dirty="0"/>
              <a:t>Modifica gli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E60DC36-8EFA-4378-9855-E019C55AC47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79074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99DC2-CF0C-EBF1-AFD3-E006FA1B6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549D761-9504-7832-FCCF-9C70327B6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A359A7A-B354-87BD-46BE-04FA7D04D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6B6EBC6-EDEA-99DC-E504-2805080B55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53322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7BE04-166E-ECB0-2B4A-864CCDE67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B9BB988-C860-2923-7A6A-FE6D183AE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8E6B22E-C226-D895-8F34-778DBC284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453D6AF-B3DD-60ED-5027-49E5096ED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63231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10107-18B6-4E5F-5C05-5EC8E3436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F121C80-96FF-1723-DBB6-9CB7C0BDC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F92ADED-523B-4E12-EEE0-CEA8A6F9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EA5DE62-F6A2-934E-9874-2E85F1728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82427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7B9FE-5E28-C2B4-7239-97173D6BA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1EBD52D-5E7C-B5E3-A00A-9E7A171A4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C490E94-9106-04C5-93F4-C4C3DBFFF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1E26F95-F4B5-A116-0657-8FCECAE8C8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05890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44293-6384-4A5C-37C3-D7FE7D10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DA277A7-B8B2-F4A9-A78D-D11F35A66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CEF858D-852F-4577-7B4F-AE7F95E49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D4BB819-E886-1A49-2E78-0B6206A20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06195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AAB73-CAFF-6E14-7FE3-986A578DD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6B36EC7-A4B3-F0FF-FC76-F97B86BD6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7CAF957-4012-58B4-7CF3-ACF5967B4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A00C194-F9AB-1B6B-00DA-3423240C0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11100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D0413-A806-178A-6354-C20B91C6A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93E5EEB-0F1B-AB18-E9BD-593173DF4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BF5F952-0458-0D7E-D40D-6513C9493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D2D4BB-BAC6-25D5-4E30-A3736F219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12453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DF8DC-B6D8-EFE0-300A-1F9FBF9E0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470B32F-4CCA-57AB-8ED4-A892BC42D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92C1AD6-F5E1-9394-2ECD-5D7BFCB0B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3BD9710-553D-393B-45CA-87D55B38C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21304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98F0B-FE06-1595-6530-445645490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1FE894D-E95F-09AB-0EE6-31E492A63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285B8FC-1A7B-96BD-95B5-1563ACC9A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D1B7EE4-C76C-9A27-6FF2-D59676EB4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10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5535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21CFA-8FA9-4EEA-6BB3-E87978C1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8DA0AEF-B090-D405-2253-86610B44E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1FD4C70-0130-8027-02DA-1286FB0DA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CF20756-A908-E2EB-0DF5-F0055C915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11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373730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97579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13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51124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14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33798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15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904909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16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86819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17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176499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18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442302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19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337491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20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548011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21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4775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  <a:endParaRPr lang="it-IT" noProof="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953276-A596-464E-8131-16FDC4642D35}" type="datetime1">
              <a:rPr lang="it-IT" noProof="0" smtClean="0"/>
              <a:t>30/06/2026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A1E7DF-6F8F-47CE-8C70-53A994FBF180}" type="datetime1">
              <a:rPr lang="it-IT" noProof="0" smtClean="0"/>
              <a:t>30/06/2026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CFB8710-ABAB-4285-AF31-02779743E1F4}" type="datetime1">
              <a:rPr lang="it-IT" noProof="0" smtClean="0"/>
              <a:t>30/06/2026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1FD3F1-0F70-4F3C-841E-3B4B1A9982AD}" type="datetime1">
              <a:rPr lang="it-IT" noProof="0" smtClean="0"/>
              <a:t>30/06/2026</a:t>
            </a:fld>
            <a:endParaRPr lang="it-IT" noProof="0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95CD94-E959-4436-A899-6BFB5CD81E9E}" type="datetime1">
              <a:rPr lang="it-IT" noProof="0" smtClean="0"/>
              <a:t>30/06/2026</a:t>
            </a:fld>
            <a:endParaRPr lang="it-IT" noProof="0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7B0C7F-749B-466A-A38A-03B1C8A2F06C}" type="datetime1">
              <a:rPr lang="it-IT" noProof="0" smtClean="0"/>
              <a:t>30/06/2026</a:t>
            </a:fld>
            <a:endParaRPr lang="it-IT" noProof="0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C309BE-2E90-45F2-A626-98CE1308C9C4}" type="datetime1">
              <a:rPr lang="it-IT" noProof="0" smtClean="0"/>
              <a:t>30/06/2026</a:t>
            </a:fld>
            <a:endParaRPr lang="it-IT" noProof="0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D791A9-9A19-4C7D-9EDF-F6B9F670B73C}" type="datetime1">
              <a:rPr lang="it-IT" noProof="0" smtClean="0"/>
              <a:t>30/06/2026</a:t>
            </a:fld>
            <a:endParaRPr lang="it-IT" noProof="0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it-IT" noProof="0"/>
              <a:t>Fare clic sull'icona per inserire un'immagine</a:t>
            </a:r>
            <a:endParaRPr lang="it-IT" noProof="0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87147A-BE07-4D89-850F-642EAF1AAEA9}" type="datetime1">
              <a:rPr lang="it-IT" noProof="0" smtClean="0"/>
              <a:t>30/06/2026</a:t>
            </a:fld>
            <a:endParaRPr lang="it-IT" noProof="0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9F66E3F-D06F-47DA-A95C-C846DE23F8C0}" type="datetime1">
              <a:rPr lang="it-IT" noProof="0" smtClean="0"/>
              <a:t>30/06/2026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FE6513-E3C7-4048-AC2F-41B0D1F6D895}" type="datetime1">
              <a:rPr lang="it-IT" noProof="0" smtClean="0"/>
              <a:t>30/06/2026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it-IT" noProof="0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it-IT" noProof="0" dirty="0"/>
              <a:t>Modifica gli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50AD8DE-E201-43F1-B9CB-48547493CA6A}" type="datetime1">
              <a:rPr lang="it-IT" noProof="0" smtClean="0"/>
              <a:t>30/06/2026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documentation.espressif.com/esp8266-technical_reference_en.pdf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3.png"/><Relationship Id="rId5" Type="http://schemas.openxmlformats.org/officeDocument/2006/relationships/hyperlink" Target="https://github.com/franconepippone/Industrial-comms.git" TargetMode="External"/><Relationship Id="rId10" Type="http://schemas.openxmlformats.org/officeDocument/2006/relationships/image" Target="../media/image15.png"/><Relationship Id="rId4" Type="http://schemas.openxmlformats.org/officeDocument/2006/relationships/hyperlink" Target="https://docs.platformio.org/en/latest/" TargetMode="External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24slides.com/?utm_campaign=mp&amp;utm_medium=ppt&amp;utm_source=pptlink&amp;utm_content=&amp;utm_term=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213" y="2542603"/>
            <a:ext cx="10735574" cy="1772793"/>
          </a:xfr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it-IT" sz="4400" b="1" dirty="0">
                <a:solidFill>
                  <a:schemeClr val="bg1"/>
                </a:solidFill>
              </a:rPr>
              <a:t>Implementazione di un </a:t>
            </a:r>
            <a:r>
              <a:rPr lang="it-IT" sz="4400" b="1" dirty="0" err="1">
                <a:solidFill>
                  <a:schemeClr val="bg1"/>
                </a:solidFill>
              </a:rPr>
              <a:t>layer</a:t>
            </a:r>
            <a:r>
              <a:rPr lang="it-IT" sz="4400" b="1" dirty="0">
                <a:solidFill>
                  <a:schemeClr val="bg1"/>
                </a:solidFill>
              </a:rPr>
              <a:t> applicativo di robustezza per </a:t>
            </a:r>
            <a:r>
              <a:rPr lang="it-IT" sz="4400" b="1" i="1" dirty="0">
                <a:solidFill>
                  <a:schemeClr val="bg1"/>
                </a:solidFill>
              </a:rPr>
              <a:t>ESP-NOW</a:t>
            </a:r>
            <a:br>
              <a:rPr lang="it-IT" dirty="0">
                <a:solidFill>
                  <a:schemeClr val="bg1"/>
                </a:solidFill>
              </a:rPr>
            </a:br>
            <a:r>
              <a:rPr lang="it-IT" sz="4000" dirty="0">
                <a:solidFill>
                  <a:schemeClr val="accent4"/>
                </a:solidFill>
              </a:rPr>
              <a:t>Industrial Communications </a:t>
            </a:r>
            <a:r>
              <a:rPr lang="it-IT" sz="4000" dirty="0" err="1">
                <a:solidFill>
                  <a:schemeClr val="accent4"/>
                </a:solidFill>
              </a:rPr>
              <a:t>a.a</a:t>
            </a:r>
            <a:r>
              <a:rPr lang="it-IT" sz="4000" dirty="0">
                <a:solidFill>
                  <a:schemeClr val="accent4"/>
                </a:solidFill>
              </a:rPr>
              <a:t>. 25/25</a:t>
            </a:r>
            <a:endParaRPr lang="it-IT" dirty="0">
              <a:solidFill>
                <a:schemeClr val="accent4"/>
              </a:solidFill>
            </a:endParaRPr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5" name="Rombo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EB4B5-3EC0-8294-6E40-FE10AB365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 hidden="1">
            <a:extLst>
              <a:ext uri="{FF2B5EF4-FFF2-40B4-BE49-F238E27FC236}">
                <a16:creationId xmlns:a16="http://schemas.microsoft.com/office/drawing/2014/main" id="{39FDFE7B-CA0B-173E-9E27-5599F30496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 8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4C467F46-F6AA-5110-3D6D-B4323841D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C89FA151-9439-41AC-7771-25B5670A55E7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Overview</a:t>
            </a: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E790A3F8-4D1A-2A12-5FA9-956C4D667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ttangolo 41">
            <a:extLst>
              <a:ext uri="{FF2B5EF4-FFF2-40B4-BE49-F238E27FC236}">
                <a16:creationId xmlns:a16="http://schemas.microsoft.com/office/drawing/2014/main" id="{7E4ABD8E-9A80-861A-50E3-165332963531}"/>
              </a:ext>
            </a:extLst>
          </p:cNvPr>
          <p:cNvSpPr/>
          <p:nvPr/>
        </p:nvSpPr>
        <p:spPr>
          <a:xfrm>
            <a:off x="940459" y="910696"/>
            <a:ext cx="6210839" cy="5139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spcBef>
                <a:spcPts val="1200"/>
              </a:spcBef>
              <a:buClr>
                <a:schemeClr val="tx2"/>
              </a:buClr>
            </a:pPr>
            <a:r>
              <a:rPr lang="it-IT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Base di partenza</a:t>
            </a:r>
          </a:p>
          <a:p>
            <a:pPr marL="742950" lvl="1" indent="-285750"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ESP-NOW: 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protocollo leggero ad alte prestazioni offerto dai microcontrollori </a:t>
            </a:r>
            <a:r>
              <a:rPr lang="it-IT" sz="1400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Espressif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®, basato su frame WiFi di tipo </a:t>
            </a:r>
            <a:r>
              <a:rPr lang="it-IT" sz="14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Action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  <a:p>
            <a:pPr marL="742950" lvl="1" indent="-285750"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‘</a:t>
            </a:r>
            <a:r>
              <a:rPr lang="it-IT" sz="1400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Connectionless</a:t>
            </a:r>
            <a:r>
              <a:rPr lang="it-IT" sz="14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’, 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bassa latenza e overhead (nessun AP).</a:t>
            </a:r>
          </a:p>
          <a:p>
            <a:pPr marL="742950" lvl="1" indent="-285750"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Utilizzo possibile in contesti </a:t>
            </a:r>
            <a:r>
              <a:rPr lang="it-IT" sz="14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embedded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battery</a:t>
            </a:r>
            <a:r>
              <a:rPr lang="it-IT" sz="14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powered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in topologie Peer2Peer o Mesh.</a:t>
            </a:r>
          </a:p>
          <a:p>
            <a:pPr rtl="0">
              <a:spcBef>
                <a:spcPts val="1200"/>
              </a:spcBef>
              <a:buClr>
                <a:schemeClr val="tx2"/>
              </a:buClr>
            </a:pPr>
            <a:r>
              <a:rPr lang="it-IT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Problema</a:t>
            </a:r>
          </a:p>
          <a:p>
            <a:pPr marL="742950" lvl="1" indent="-285750"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Ambienti industriali rumorosi (fading, burst di perdite)</a:t>
            </a:r>
          </a:p>
          <a:p>
            <a:pPr marL="742950" lvl="1" indent="-285750"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ESP-NOW non ha robustezza integrata (solo </a:t>
            </a:r>
            <a:r>
              <a:rPr lang="it-IT" sz="1400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ack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per singolo messaggio)</a:t>
            </a:r>
          </a:p>
          <a:p>
            <a:pPr rtl="0">
              <a:spcBef>
                <a:spcPts val="1200"/>
              </a:spcBef>
              <a:buClr>
                <a:schemeClr val="tx2"/>
              </a:buClr>
            </a:pPr>
            <a:r>
              <a:rPr lang="it-IT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Obiettivo</a:t>
            </a:r>
            <a:endParaRPr lang="it-IT" sz="14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  <a:p>
            <a:pPr marL="742950" lvl="1" indent="-28575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Migliorare le performance di ESP-NOW in topologia strettamente </a:t>
            </a:r>
            <a:r>
              <a:rPr lang="it-IT" sz="14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Peer2Peer (1to1)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permettendone l’utilizzo in contesti industriali.</a:t>
            </a:r>
          </a:p>
          <a:p>
            <a:pPr rtl="0">
              <a:spcBef>
                <a:spcPts val="1200"/>
              </a:spcBef>
              <a:buClr>
                <a:schemeClr val="tx2"/>
              </a:buClr>
            </a:pPr>
            <a:r>
              <a:rPr lang="it-IT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Soluzione proposta</a:t>
            </a:r>
          </a:p>
          <a:p>
            <a:pPr marL="742950" lvl="1" indent="-285750"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Aggiunta a livello applicativo di ritrasmissioni automatiche (</a:t>
            </a: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ARQ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)</a:t>
            </a:r>
          </a:p>
          <a:p>
            <a:pPr marL="1200150" lvl="2" indent="-285750"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duplicate </a:t>
            </a:r>
            <a:r>
              <a:rPr lang="it-IT" sz="1400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detection</a:t>
            </a:r>
            <a:r>
              <a:rPr lang="it-IT" sz="14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(caso di perdita di ACK)</a:t>
            </a:r>
          </a:p>
          <a:p>
            <a:pPr marL="742950" lvl="1" indent="-285750"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Meccanismo di Channel Hopping sincronizzato </a:t>
            </a:r>
            <a:r>
              <a:rPr lang="it-IT" sz="14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on-demand 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(non ciclico) sui 14 canali WiFi disponibili.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A99B702-218A-BA37-D677-6A2611BCCE28}"/>
              </a:ext>
            </a:extLst>
          </p:cNvPr>
          <p:cNvSpPr txBox="1"/>
          <p:nvPr/>
        </p:nvSpPr>
        <p:spPr>
          <a:xfrm flipH="1">
            <a:off x="9759062" y="2475781"/>
            <a:ext cx="2041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Foto </a:t>
            </a:r>
            <a:r>
              <a:rPr lang="it-IT" dirty="0" err="1"/>
              <a:t>espnow</a:t>
            </a:r>
            <a:endParaRPr lang="it-IT" dirty="0"/>
          </a:p>
          <a:p>
            <a:r>
              <a:rPr lang="it-IT" dirty="0"/>
              <a:t>esp8266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B9632C88-B345-09E9-4A4D-0C74296A6E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25"/>
          <a:stretch>
            <a:fillRect/>
          </a:stretch>
        </p:blipFill>
        <p:spPr>
          <a:xfrm>
            <a:off x="7620000" y="771525"/>
            <a:ext cx="3487883" cy="3911518"/>
          </a:xfrm>
          <a:prstGeom prst="rect">
            <a:avLst/>
          </a:prstGeom>
        </p:spPr>
      </p:pic>
      <p:pic>
        <p:nvPicPr>
          <p:cNvPr id="12" name="Immagine 11" descr="NodeMCU ESP8266 | Joy-IT">
            <a:extLst>
              <a:ext uri="{FF2B5EF4-FFF2-40B4-BE49-F238E27FC236}">
                <a16:creationId xmlns:a16="http://schemas.microsoft.com/office/drawing/2014/main" id="{047E9A5C-3D8C-1063-7CBB-6CE25B6D9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38" y="4451230"/>
            <a:ext cx="2329645" cy="1728596"/>
          </a:xfrm>
          <a:prstGeom prst="rect">
            <a:avLst/>
          </a:prstGeom>
        </p:spPr>
      </p:pic>
      <p:pic>
        <p:nvPicPr>
          <p:cNvPr id="15" name="Immagine 14" descr="Logo Guidelines | Espressif Systems">
            <a:extLst>
              <a:ext uri="{FF2B5EF4-FFF2-40B4-BE49-F238E27FC236}">
                <a16:creationId xmlns:a16="http://schemas.microsoft.com/office/drawing/2014/main" id="{994097F7-0F17-BCCD-D106-C8BC075CA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583" y="4794996"/>
            <a:ext cx="1038299" cy="1038299"/>
          </a:xfrm>
          <a:prstGeom prst="rect">
            <a:avLst/>
          </a:prstGeom>
        </p:spPr>
      </p:pic>
      <p:sp>
        <p:nvSpPr>
          <p:cNvPr id="23" name="Rombo 22">
            <a:extLst>
              <a:ext uri="{FF2B5EF4-FFF2-40B4-BE49-F238E27FC236}">
                <a16:creationId xmlns:a16="http://schemas.microsoft.com/office/drawing/2014/main" id="{AC6A21CE-576E-3D7A-6344-44BF41861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-1768221" y="4793999"/>
            <a:ext cx="2379150" cy="2379150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25" name="Rombo 24">
            <a:extLst>
              <a:ext uri="{FF2B5EF4-FFF2-40B4-BE49-F238E27FC236}">
                <a16:creationId xmlns:a16="http://schemas.microsoft.com/office/drawing/2014/main" id="{9EAF1CD5-8F7A-81A7-F844-85B68F3E0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-2239983" y="5077279"/>
            <a:ext cx="3180442" cy="3180442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72901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C9393-902D-7672-A94F-A91B44EE9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 hidden="1">
            <a:extLst>
              <a:ext uri="{FF2B5EF4-FFF2-40B4-BE49-F238E27FC236}">
                <a16:creationId xmlns:a16="http://schemas.microsoft.com/office/drawing/2014/main" id="{50DFA8B3-D10C-600F-3811-485D456EAA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 8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EBECB674-69A2-E66A-78AF-0BA4253DF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C09F30DB-21BD-8C4B-DC8C-A2F7CE708EF8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State of the Art</a:t>
            </a: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8828534D-CADD-8711-1F4A-C6FA6E02A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tangolo: Angoli arrotondati 1">
            <a:extLst>
              <a:ext uri="{FF2B5EF4-FFF2-40B4-BE49-F238E27FC236}">
                <a16:creationId xmlns:a16="http://schemas.microsoft.com/office/drawing/2014/main" id="{AD13F6C5-A777-2B8A-211E-705D9D5CC2BB}"/>
              </a:ext>
            </a:extLst>
          </p:cNvPr>
          <p:cNvSpPr/>
          <p:nvPr/>
        </p:nvSpPr>
        <p:spPr>
          <a:xfrm>
            <a:off x="643490" y="1017445"/>
            <a:ext cx="3117627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b="1" dirty="0">
                <a:latin typeface="+mj-lt"/>
              </a:rPr>
              <a:t>Wireless HART (IEC 62591)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7FD05CFD-C5DA-0E46-D9FD-ED4F9B72B018}"/>
              </a:ext>
            </a:extLst>
          </p:cNvPr>
          <p:cNvSpPr/>
          <p:nvPr/>
        </p:nvSpPr>
        <p:spPr>
          <a:xfrm>
            <a:off x="643490" y="1810838"/>
            <a:ext cx="3117626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rtl="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Layer fisico </a:t>
            </a:r>
            <a:r>
              <a:rPr lang="it-IT" sz="14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Subset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di IEEE 802.15.4 (15 canali in 2.4Ghz)</a:t>
            </a:r>
            <a:endParaRPr lang="it-IT" sz="1400" i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  <a:p>
            <a:pPr marL="285750" indent="-285750" rtl="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Topologia Mesh: auto organizzazione e manutenzione delle rotte.</a:t>
            </a:r>
          </a:p>
          <a:p>
            <a:pPr marL="285750" indent="-285750" rtl="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TDMA con Channel Hopping.</a:t>
            </a:r>
          </a:p>
          <a:p>
            <a:pPr marL="742950" lvl="1" indent="-28575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Sequenza di Hopping predeterminata.</a:t>
            </a:r>
          </a:p>
        </p:txBody>
      </p:sp>
      <p:sp>
        <p:nvSpPr>
          <p:cNvPr id="16" name="Rettangolo: Angoli arrotondati 1">
            <a:extLst>
              <a:ext uri="{FF2B5EF4-FFF2-40B4-BE49-F238E27FC236}">
                <a16:creationId xmlns:a16="http://schemas.microsoft.com/office/drawing/2014/main" id="{FF48A87E-2A35-BD37-FC16-2CEC32CD0019}"/>
              </a:ext>
            </a:extLst>
          </p:cNvPr>
          <p:cNvSpPr/>
          <p:nvPr/>
        </p:nvSpPr>
        <p:spPr>
          <a:xfrm>
            <a:off x="8507905" y="1017445"/>
            <a:ext cx="3117627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b="1" dirty="0">
                <a:latin typeface="+mj-lt"/>
              </a:rPr>
              <a:t>Bluetooth AFH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57E2DEA9-A342-7876-66AE-E7234AAF70F6}"/>
              </a:ext>
            </a:extLst>
          </p:cNvPr>
          <p:cNvSpPr/>
          <p:nvPr/>
        </p:nvSpPr>
        <p:spPr>
          <a:xfrm>
            <a:off x="8507905" y="1810838"/>
            <a:ext cx="3117626" cy="3139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rtl="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Topologie Point-to-Point, Broadcast, Mesh.</a:t>
            </a:r>
          </a:p>
          <a:p>
            <a:pPr marL="285750" indent="-285750" rtl="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2.4Ghz, 40 canali con 1-2Mhz di distanza</a:t>
            </a:r>
          </a:p>
          <a:p>
            <a:pPr marL="742950" lvl="1" indent="-28575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3 canali per RA ALOHA</a:t>
            </a:r>
          </a:p>
          <a:p>
            <a:pPr marL="742950" lvl="1" indent="-28575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37 canali TDD con frequency Hopping</a:t>
            </a:r>
          </a:p>
          <a:p>
            <a:pPr marL="285750" indent="-285750" rtl="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b="1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Adaptive</a:t>
            </a:r>
            <a:r>
              <a:rPr lang="it-IT" sz="1400" b="1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Frequency </a:t>
            </a:r>
            <a:r>
              <a:rPr lang="it-IT" sz="1400" b="1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hopping</a:t>
            </a: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con pattern deterministico.</a:t>
            </a:r>
          </a:p>
          <a:p>
            <a:pPr marL="742950" lvl="1" indent="-28575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Sondaggio e esclusione di canali ‘degradati’.</a:t>
            </a:r>
            <a:endParaRPr lang="it-IT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20" name="Rettangolo: Angoli arrotondati 1">
            <a:extLst>
              <a:ext uri="{FF2B5EF4-FFF2-40B4-BE49-F238E27FC236}">
                <a16:creationId xmlns:a16="http://schemas.microsoft.com/office/drawing/2014/main" id="{9E8B0A17-6A58-F791-12DE-9C2F664C8A85}"/>
              </a:ext>
            </a:extLst>
          </p:cNvPr>
          <p:cNvSpPr/>
          <p:nvPr/>
        </p:nvSpPr>
        <p:spPr>
          <a:xfrm>
            <a:off x="4641772" y="1017444"/>
            <a:ext cx="3117627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b="1" dirty="0">
                <a:latin typeface="+mj-lt"/>
              </a:rPr>
              <a:t>ISA 100.11a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CCCA4713-AC1D-32C7-719A-3966E856EDD8}"/>
              </a:ext>
            </a:extLst>
          </p:cNvPr>
          <p:cNvSpPr/>
          <p:nvPr/>
        </p:nvSpPr>
        <p:spPr>
          <a:xfrm>
            <a:off x="4641772" y="1810838"/>
            <a:ext cx="3117626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rtl="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Basato su IEEE 802.15.4 (15 canali in 2.4GHz)</a:t>
            </a:r>
          </a:p>
          <a:p>
            <a:pPr marL="285750" indent="-285750" rtl="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Supporto per classi di traffico 1-2-3-4-5.</a:t>
            </a:r>
          </a:p>
          <a:p>
            <a:pPr marL="285750" indent="-285750" rtl="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Channel </a:t>
            </a:r>
            <a:r>
              <a:rPr lang="it-IT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hopping</a:t>
            </a: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: </a:t>
            </a:r>
          </a:p>
          <a:p>
            <a:pPr marL="742950" lvl="1" indent="-28575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Slotted</a:t>
            </a: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Slow, </a:t>
            </a:r>
            <a:r>
              <a:rPr lang="it-IT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Hybrid</a:t>
            </a: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</a:t>
            </a:r>
          </a:p>
          <a:p>
            <a:pPr marL="742950" lvl="1" indent="-28575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Sequenze predeterminate,</a:t>
            </a:r>
          </a:p>
          <a:p>
            <a:pPr marL="742950" lvl="1" indent="-28575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Blacklisting</a:t>
            </a: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adattivo dei canali.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E3319C7B-3240-28A4-4D63-861172874968}"/>
              </a:ext>
            </a:extLst>
          </p:cNvPr>
          <p:cNvSpPr/>
          <p:nvPr/>
        </p:nvSpPr>
        <p:spPr>
          <a:xfrm>
            <a:off x="697123" y="5195461"/>
            <a:ext cx="5177967" cy="646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 rtl="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Soluzione </a:t>
            </a:r>
            <a:r>
              <a:rPr lang="it-IT" sz="1600" b="1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lightweight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rispetto agli standard industriali.</a:t>
            </a:r>
          </a:p>
          <a:p>
            <a:pPr marL="171450" indent="-171450" rtl="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it-IT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Channel Hopping </a:t>
            </a:r>
            <a:r>
              <a:rPr lang="it-IT" sz="1600" b="1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on-demand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2" name="Rettangolo: Angoli arrotondati 15">
            <a:extLst>
              <a:ext uri="{FF2B5EF4-FFF2-40B4-BE49-F238E27FC236}">
                <a16:creationId xmlns:a16="http://schemas.microsoft.com/office/drawing/2014/main" id="{DAF8A08D-5EA7-B0C0-9917-A74331B6E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0351" y="4497006"/>
            <a:ext cx="3660775" cy="50527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sz="1600" dirty="0"/>
              <a:t>QUESTO PROGETTO</a:t>
            </a:r>
          </a:p>
        </p:txBody>
      </p:sp>
      <p:sp>
        <p:nvSpPr>
          <p:cNvPr id="34" name="Figura a mano libera 1676" descr="Icona di casella di controllo. ">
            <a:extLst>
              <a:ext uri="{FF2B5EF4-FFF2-40B4-BE49-F238E27FC236}">
                <a16:creationId xmlns:a16="http://schemas.microsoft.com/office/drawing/2014/main" id="{0F5A48C3-329F-1592-6716-57079602D30D}"/>
              </a:ext>
            </a:extLst>
          </p:cNvPr>
          <p:cNvSpPr>
            <a:spLocks noEditPoints="1"/>
          </p:cNvSpPr>
          <p:nvPr/>
        </p:nvSpPr>
        <p:spPr bwMode="auto">
          <a:xfrm>
            <a:off x="697123" y="4576766"/>
            <a:ext cx="345758" cy="345758"/>
          </a:xfrm>
          <a:custGeom>
            <a:avLst/>
            <a:gdLst>
              <a:gd name="T0" fmla="*/ 374 w 719"/>
              <a:gd name="T1" fmla="*/ 267 h 719"/>
              <a:gd name="T2" fmla="*/ 366 w 719"/>
              <a:gd name="T3" fmla="*/ 263 h 719"/>
              <a:gd name="T4" fmla="*/ 362 w 719"/>
              <a:gd name="T5" fmla="*/ 254 h 719"/>
              <a:gd name="T6" fmla="*/ 366 w 719"/>
              <a:gd name="T7" fmla="*/ 247 h 719"/>
              <a:gd name="T8" fmla="*/ 374 w 719"/>
              <a:gd name="T9" fmla="*/ 243 h 719"/>
              <a:gd name="T10" fmla="*/ 621 w 719"/>
              <a:gd name="T11" fmla="*/ 244 h 719"/>
              <a:gd name="T12" fmla="*/ 627 w 719"/>
              <a:gd name="T13" fmla="*/ 250 h 719"/>
              <a:gd name="T14" fmla="*/ 627 w 719"/>
              <a:gd name="T15" fmla="*/ 260 h 719"/>
              <a:gd name="T16" fmla="*/ 621 w 719"/>
              <a:gd name="T17" fmla="*/ 265 h 719"/>
              <a:gd name="T18" fmla="*/ 616 w 719"/>
              <a:gd name="T19" fmla="*/ 528 h 719"/>
              <a:gd name="T20" fmla="*/ 370 w 719"/>
              <a:gd name="T21" fmla="*/ 527 h 719"/>
              <a:gd name="T22" fmla="*/ 363 w 719"/>
              <a:gd name="T23" fmla="*/ 521 h 719"/>
              <a:gd name="T24" fmla="*/ 363 w 719"/>
              <a:gd name="T25" fmla="*/ 512 h 719"/>
              <a:gd name="T26" fmla="*/ 370 w 719"/>
              <a:gd name="T27" fmla="*/ 505 h 719"/>
              <a:gd name="T28" fmla="*/ 616 w 719"/>
              <a:gd name="T29" fmla="*/ 504 h 719"/>
              <a:gd name="T30" fmla="*/ 625 w 719"/>
              <a:gd name="T31" fmla="*/ 507 h 719"/>
              <a:gd name="T32" fmla="*/ 628 w 719"/>
              <a:gd name="T33" fmla="*/ 516 h 719"/>
              <a:gd name="T34" fmla="*/ 625 w 719"/>
              <a:gd name="T35" fmla="*/ 525 h 719"/>
              <a:gd name="T36" fmla="*/ 616 w 719"/>
              <a:gd name="T37" fmla="*/ 528 h 719"/>
              <a:gd name="T38" fmla="*/ 171 w 719"/>
              <a:gd name="T39" fmla="*/ 279 h 719"/>
              <a:gd name="T40" fmla="*/ 164 w 719"/>
              <a:gd name="T41" fmla="*/ 282 h 719"/>
              <a:gd name="T42" fmla="*/ 155 w 719"/>
              <a:gd name="T43" fmla="*/ 279 h 719"/>
              <a:gd name="T44" fmla="*/ 92 w 719"/>
              <a:gd name="T45" fmla="*/ 214 h 719"/>
              <a:gd name="T46" fmla="*/ 92 w 719"/>
              <a:gd name="T47" fmla="*/ 205 h 719"/>
              <a:gd name="T48" fmla="*/ 98 w 719"/>
              <a:gd name="T49" fmla="*/ 198 h 719"/>
              <a:gd name="T50" fmla="*/ 107 w 719"/>
              <a:gd name="T51" fmla="*/ 198 h 719"/>
              <a:gd name="T52" fmla="*/ 164 w 719"/>
              <a:gd name="T53" fmla="*/ 253 h 719"/>
              <a:gd name="T54" fmla="*/ 309 w 719"/>
              <a:gd name="T55" fmla="*/ 109 h 719"/>
              <a:gd name="T56" fmla="*/ 318 w 719"/>
              <a:gd name="T57" fmla="*/ 109 h 719"/>
              <a:gd name="T58" fmla="*/ 325 w 719"/>
              <a:gd name="T59" fmla="*/ 114 h 719"/>
              <a:gd name="T60" fmla="*/ 325 w 719"/>
              <a:gd name="T61" fmla="*/ 124 h 719"/>
              <a:gd name="T62" fmla="*/ 323 w 719"/>
              <a:gd name="T63" fmla="*/ 414 h 719"/>
              <a:gd name="T64" fmla="*/ 168 w 719"/>
              <a:gd name="T65" fmla="*/ 568 h 719"/>
              <a:gd name="T66" fmla="*/ 158 w 719"/>
              <a:gd name="T67" fmla="*/ 568 h 719"/>
              <a:gd name="T68" fmla="*/ 94 w 719"/>
              <a:gd name="T69" fmla="*/ 505 h 719"/>
              <a:gd name="T70" fmla="*/ 91 w 719"/>
              <a:gd name="T71" fmla="*/ 497 h 719"/>
              <a:gd name="T72" fmla="*/ 94 w 719"/>
              <a:gd name="T73" fmla="*/ 488 h 719"/>
              <a:gd name="T74" fmla="*/ 103 w 719"/>
              <a:gd name="T75" fmla="*/ 485 h 719"/>
              <a:gd name="T76" fmla="*/ 111 w 719"/>
              <a:gd name="T77" fmla="*/ 488 h 719"/>
              <a:gd name="T78" fmla="*/ 306 w 719"/>
              <a:gd name="T79" fmla="*/ 397 h 719"/>
              <a:gd name="T80" fmla="*/ 314 w 719"/>
              <a:gd name="T81" fmla="*/ 394 h 719"/>
              <a:gd name="T82" fmla="*/ 323 w 719"/>
              <a:gd name="T83" fmla="*/ 398 h 719"/>
              <a:gd name="T84" fmla="*/ 326 w 719"/>
              <a:gd name="T85" fmla="*/ 406 h 719"/>
              <a:gd name="T86" fmla="*/ 323 w 719"/>
              <a:gd name="T87" fmla="*/ 414 h 719"/>
              <a:gd name="T88" fmla="*/ 12 w 719"/>
              <a:gd name="T89" fmla="*/ 0 h 719"/>
              <a:gd name="T90" fmla="*/ 3 w 719"/>
              <a:gd name="T91" fmla="*/ 5 h 719"/>
              <a:gd name="T92" fmla="*/ 0 w 719"/>
              <a:gd name="T93" fmla="*/ 13 h 719"/>
              <a:gd name="T94" fmla="*/ 1 w 719"/>
              <a:gd name="T95" fmla="*/ 713 h 719"/>
              <a:gd name="T96" fmla="*/ 8 w 719"/>
              <a:gd name="T97" fmla="*/ 719 h 719"/>
              <a:gd name="T98" fmla="*/ 707 w 719"/>
              <a:gd name="T99" fmla="*/ 719 h 719"/>
              <a:gd name="T100" fmla="*/ 716 w 719"/>
              <a:gd name="T101" fmla="*/ 716 h 719"/>
              <a:gd name="T102" fmla="*/ 719 w 719"/>
              <a:gd name="T103" fmla="*/ 707 h 719"/>
              <a:gd name="T104" fmla="*/ 718 w 719"/>
              <a:gd name="T105" fmla="*/ 8 h 719"/>
              <a:gd name="T106" fmla="*/ 711 w 719"/>
              <a:gd name="T107" fmla="*/ 2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19" h="719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56" name="Cerchio: Vuoto 2">
            <a:extLst>
              <a:ext uri="{FF2B5EF4-FFF2-40B4-BE49-F238E27FC236}">
                <a16:creationId xmlns:a16="http://schemas.microsoft.com/office/drawing/2014/main" id="{C69B40F2-0E15-3664-972E-93D7485F3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77449" y="6284581"/>
            <a:ext cx="1318065" cy="1318065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58" name="Cerchio: Vuoto 21">
            <a:extLst>
              <a:ext uri="{FF2B5EF4-FFF2-40B4-BE49-F238E27FC236}">
                <a16:creationId xmlns:a16="http://schemas.microsoft.com/office/drawing/2014/main" id="{F8B57677-CF25-DB6A-F56A-7ECFAA4C2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68547" y="5577157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064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E51AA-D18F-15FB-F426-C8533F61F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 hidden="1">
            <a:extLst>
              <a:ext uri="{FF2B5EF4-FFF2-40B4-BE49-F238E27FC236}">
                <a16:creationId xmlns:a16="http://schemas.microsoft.com/office/drawing/2014/main" id="{F2D4F508-1665-6D0E-0242-E4DCB98B09E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 8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F9D379F2-BD0F-5EDF-BFC6-EAAD77AA3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10EFD128-3A16-C96E-14BD-E0E953BE81FE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Casi d’uso</a:t>
            </a: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CE09CD61-899B-28C4-6EE6-393224342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ttangolo 41">
            <a:extLst>
              <a:ext uri="{FF2B5EF4-FFF2-40B4-BE49-F238E27FC236}">
                <a16:creationId xmlns:a16="http://schemas.microsoft.com/office/drawing/2014/main" id="{ECA278E8-FA4C-7C2F-9AEF-3C3DDD7C716A}"/>
              </a:ext>
            </a:extLst>
          </p:cNvPr>
          <p:cNvSpPr/>
          <p:nvPr/>
        </p:nvSpPr>
        <p:spPr>
          <a:xfrm>
            <a:off x="1330985" y="910696"/>
            <a:ext cx="5268223" cy="5432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spcBef>
                <a:spcPts val="1200"/>
              </a:spcBef>
              <a:buClr>
                <a:schemeClr val="tx2"/>
              </a:buClr>
            </a:pPr>
            <a:r>
              <a:rPr lang="it-IT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›  Monitoraggio remoto</a:t>
            </a:r>
          </a:p>
          <a:p>
            <a:pPr marL="742950" lvl="1" indent="-285750"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Esempio: livello di fluido in un serbatoio.</a:t>
            </a:r>
          </a:p>
          <a:p>
            <a:pPr marL="1200150" lvl="2" indent="-285750"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Alta tolleranza di latenza (1-10s), numero di ritrasmissioni nell’ordine delle decine supportato.</a:t>
            </a:r>
          </a:p>
          <a:p>
            <a:pPr>
              <a:spcBef>
                <a:spcPts val="1200"/>
              </a:spcBef>
              <a:buClr>
                <a:schemeClr val="tx2"/>
              </a:buClr>
            </a:pPr>
            <a:r>
              <a:rPr lang="it-IT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›  Dispositivi </a:t>
            </a:r>
            <a:r>
              <a:rPr lang="it-IT" b="1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embedded</a:t>
            </a:r>
            <a:r>
              <a:rPr lang="it-IT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a batteria</a:t>
            </a:r>
          </a:p>
          <a:p>
            <a:pPr marL="742950" lvl="1" indent="-285750"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Dispositivi portatili di monitoraggio (Termometro, rilevatori di qualità dell’aria), connessi a un </a:t>
            </a:r>
            <a:r>
              <a:rPr lang="it-IT" sz="14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master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che consuma i dati.</a:t>
            </a:r>
          </a:p>
          <a:p>
            <a:pPr marL="742950" lvl="1" indent="-285750"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Robotica a pilotaggio remoto: cani robotici, droni </a:t>
            </a:r>
            <a:r>
              <a:rPr lang="it-IT" sz="14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indoor.</a:t>
            </a:r>
            <a:endParaRPr lang="it-IT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  <a:p>
            <a:pPr>
              <a:spcBef>
                <a:spcPts val="1200"/>
              </a:spcBef>
              <a:buClr>
                <a:schemeClr val="tx2"/>
              </a:buClr>
            </a:pPr>
            <a:r>
              <a:rPr lang="it-IT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›  Logistica per magazzini</a:t>
            </a:r>
            <a:endParaRPr lang="it-IT" sz="14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  <a:p>
            <a:pPr marL="742950" lvl="1" indent="-28575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Muletti / robot mobili autonomi.</a:t>
            </a:r>
          </a:p>
          <a:p>
            <a:pPr marL="742950" lvl="1" indent="-28575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Coordinazione generale fra macchinari (nastri trasportatori, macchine per imballaggio / assemblaggio).</a:t>
            </a:r>
          </a:p>
          <a:p>
            <a:pPr>
              <a:spcBef>
                <a:spcPts val="1200"/>
              </a:spcBef>
              <a:buClr>
                <a:schemeClr val="tx2"/>
              </a:buClr>
            </a:pPr>
            <a:r>
              <a:rPr lang="it-IT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›  Domotica e IoT</a:t>
            </a:r>
          </a:p>
          <a:p>
            <a:pPr marL="742950" lvl="1" indent="-285750"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Monitoraggio remoto di parametri (temperatura, umidità, …) in più stanze.</a:t>
            </a:r>
          </a:p>
          <a:p>
            <a:pPr marL="742950" lvl="1" indent="-285750"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Controllo di piccoli dispositivi domotici a distanza (lampadine, pompe per irrigatori, tapparelle motorizzate)</a:t>
            </a:r>
          </a:p>
          <a:p>
            <a:pPr marL="742950" lvl="1" indent="-285750"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it-IT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97708558-6ECA-155A-7801-1044C4380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1" r="7876" b="9582"/>
          <a:stretch>
            <a:fillRect/>
          </a:stretch>
        </p:blipFill>
        <p:spPr>
          <a:xfrm>
            <a:off x="8147559" y="3916933"/>
            <a:ext cx="2967487" cy="24181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8100">
            <a:solidFill>
              <a:schemeClr val="bg1"/>
            </a:solidFill>
          </a:ln>
          <a:effectLst/>
        </p:spPr>
      </p:pic>
      <p:pic>
        <p:nvPicPr>
          <p:cNvPr id="21" name="Immagine 20" descr="Amazon Plans to Replace More Than Half a Million Jobs With Robots - The New  York Times">
            <a:extLst>
              <a:ext uri="{FF2B5EF4-FFF2-40B4-BE49-F238E27FC236}">
                <a16:creationId xmlns:a16="http://schemas.microsoft.com/office/drawing/2014/main" id="{D1C89243-F879-8F28-5FC6-646053E27E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20"/>
          <a:stretch>
            <a:fillRect/>
          </a:stretch>
        </p:blipFill>
        <p:spPr>
          <a:xfrm>
            <a:off x="6983578" y="1674582"/>
            <a:ext cx="2327961" cy="29663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57150">
            <a:solidFill>
              <a:schemeClr val="bg1"/>
            </a:solidFill>
          </a:ln>
          <a:effectLst/>
        </p:spPr>
      </p:pic>
      <p:pic>
        <p:nvPicPr>
          <p:cNvPr id="4" name="Immagine 3" descr="Spot | Boston Dynamics">
            <a:extLst>
              <a:ext uri="{FF2B5EF4-FFF2-40B4-BE49-F238E27FC236}">
                <a16:creationId xmlns:a16="http://schemas.microsoft.com/office/drawing/2014/main" id="{925D8BE3-6E61-8147-325F-5A90FA34E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1199" y="1034125"/>
            <a:ext cx="2490195" cy="2827409"/>
          </a:xfrm>
          <a:prstGeom prst="roundRect">
            <a:avLst>
              <a:gd name="adj" fmla="val 16667"/>
            </a:avLst>
          </a:prstGeom>
          <a:ln w="57150">
            <a:solidFill>
              <a:schemeClr val="bg1"/>
            </a:solidFill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23" name="Rombo 22">
            <a:extLst>
              <a:ext uri="{FF2B5EF4-FFF2-40B4-BE49-F238E27FC236}">
                <a16:creationId xmlns:a16="http://schemas.microsoft.com/office/drawing/2014/main" id="{02EBAAAD-1201-7340-5A90-BFD828963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2750" y="-93278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25" name="Rombo 24">
            <a:extLst>
              <a:ext uri="{FF2B5EF4-FFF2-40B4-BE49-F238E27FC236}">
                <a16:creationId xmlns:a16="http://schemas.microsoft.com/office/drawing/2014/main" id="{A93B75C3-4602-01E8-A41C-5DE230B68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35689" y="-209528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70445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8E8F5-B587-49B1-CBC7-2B385A2D6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9F573D03-6E2B-A807-3535-FE0002D440B7}"/>
              </a:ext>
            </a:extLst>
          </p:cNvPr>
          <p:cNvSpPr/>
          <p:nvPr/>
        </p:nvSpPr>
        <p:spPr>
          <a:xfrm>
            <a:off x="0" y="855297"/>
            <a:ext cx="12192000" cy="5272208"/>
          </a:xfrm>
          <a:prstGeom prst="roundRect">
            <a:avLst>
              <a:gd name="adj" fmla="val 6911"/>
            </a:avLst>
          </a:prstGeom>
          <a:solidFill>
            <a:srgbClr val="1F1F1F"/>
          </a:solidFill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Titolo 6" hidden="1">
            <a:extLst>
              <a:ext uri="{FF2B5EF4-FFF2-40B4-BE49-F238E27FC236}">
                <a16:creationId xmlns:a16="http://schemas.microsoft.com/office/drawing/2014/main" id="{F6CD5678-0B64-504F-816A-57C0765B3F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 8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4335A586-1802-31D0-90B5-3F9C933E8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A49AB7D7-676B-54A3-9398-1A52CC271CCD}"/>
              </a:ext>
            </a:extLst>
          </p:cNvPr>
          <p:cNvSpPr txBox="1">
            <a:spLocks/>
          </p:cNvSpPr>
          <p:nvPr/>
        </p:nvSpPr>
        <p:spPr>
          <a:xfrm>
            <a:off x="94004" y="130420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</a:t>
            </a:r>
            <a:b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1ABDF121-DD07-4AD3-669F-4EB74E9D6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34C2D1E-A517-97CB-0E37-DF9C8FB8E163}"/>
              </a:ext>
            </a:extLst>
          </p:cNvPr>
          <p:cNvSpPr txBox="1"/>
          <p:nvPr/>
        </p:nvSpPr>
        <p:spPr>
          <a:xfrm>
            <a:off x="5172075" y="1638300"/>
            <a:ext cx="2831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Inserire diagrammi di flusso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8469E9C6-BE92-D1D4-CA07-18F322DE9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659" y="1057275"/>
            <a:ext cx="4193491" cy="4301017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964492CE-F93C-BCB9-2B56-75BC7368E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491" y="1057275"/>
            <a:ext cx="4086225" cy="475575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690050E-62F3-969A-1F49-22A775FD10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057275"/>
            <a:ext cx="4098050" cy="2769532"/>
          </a:xfrm>
          <a:prstGeom prst="rect">
            <a:avLst/>
          </a:prstGeom>
        </p:spPr>
      </p:pic>
      <p:sp>
        <p:nvSpPr>
          <p:cNvPr id="17" name="Rettangolo: Angoli arrotondati 1">
            <a:extLst>
              <a:ext uri="{FF2B5EF4-FFF2-40B4-BE49-F238E27FC236}">
                <a16:creationId xmlns:a16="http://schemas.microsoft.com/office/drawing/2014/main" id="{2D789838-C0C0-6A9F-FB95-79325123E286}"/>
              </a:ext>
            </a:extLst>
          </p:cNvPr>
          <p:cNvSpPr/>
          <p:nvPr/>
        </p:nvSpPr>
        <p:spPr>
          <a:xfrm>
            <a:off x="4685049" y="5874982"/>
            <a:ext cx="2821902" cy="62520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b="1" dirty="0">
                <a:latin typeface="+mj-lt"/>
              </a:rPr>
              <a:t>PERDITA PACCHETTO</a:t>
            </a:r>
          </a:p>
        </p:txBody>
      </p:sp>
      <p:sp>
        <p:nvSpPr>
          <p:cNvPr id="19" name="Rettangolo: Angoli arrotondati 1">
            <a:extLst>
              <a:ext uri="{FF2B5EF4-FFF2-40B4-BE49-F238E27FC236}">
                <a16:creationId xmlns:a16="http://schemas.microsoft.com/office/drawing/2014/main" id="{E56C9B9B-4335-7A1B-3549-85A68DDBEF99}"/>
              </a:ext>
            </a:extLst>
          </p:cNvPr>
          <p:cNvSpPr/>
          <p:nvPr/>
        </p:nvSpPr>
        <p:spPr>
          <a:xfrm>
            <a:off x="8503424" y="5874982"/>
            <a:ext cx="2821902" cy="62520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b="1" dirty="0">
                <a:latin typeface="+mj-lt"/>
              </a:rPr>
              <a:t>PERDITA ACK</a:t>
            </a:r>
          </a:p>
        </p:txBody>
      </p:sp>
      <p:sp>
        <p:nvSpPr>
          <p:cNvPr id="21" name="Rettangolo: Angoli arrotondati 1">
            <a:extLst>
              <a:ext uri="{FF2B5EF4-FFF2-40B4-BE49-F238E27FC236}">
                <a16:creationId xmlns:a16="http://schemas.microsoft.com/office/drawing/2014/main" id="{20DD7F9B-9C31-9B44-BA21-4AFB6085597E}"/>
              </a:ext>
            </a:extLst>
          </p:cNvPr>
          <p:cNvSpPr/>
          <p:nvPr/>
        </p:nvSpPr>
        <p:spPr>
          <a:xfrm>
            <a:off x="866674" y="5887162"/>
            <a:ext cx="2821902" cy="62520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b="1" dirty="0">
                <a:latin typeface="+mj-lt"/>
              </a:rPr>
              <a:t>NOMINALE</a:t>
            </a:r>
          </a:p>
        </p:txBody>
      </p:sp>
    </p:spTree>
    <p:extLst>
      <p:ext uri="{BB962C8B-B14F-4D97-AF65-F5344CB8AC3E}">
        <p14:creationId xmlns:p14="http://schemas.microsoft.com/office/powerpoint/2010/main" val="3086531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023F3-8522-7845-C5A2-696341761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 hidden="1">
            <a:extLst>
              <a:ext uri="{FF2B5EF4-FFF2-40B4-BE49-F238E27FC236}">
                <a16:creationId xmlns:a16="http://schemas.microsoft.com/office/drawing/2014/main" id="{4F9F3887-8B0D-BE3D-8779-8998DB09BCC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 8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88784874-8D19-3709-A747-9CEC98421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CE34CC63-AE9F-C3DB-CA88-1E3359D4C766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Channel Hopping</a:t>
            </a:r>
            <a:b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7E8F13ED-97AE-8B28-2291-29FBAABDA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F29E198-2788-320A-B3D2-E3EA0EF26991}"/>
              </a:ext>
            </a:extLst>
          </p:cNvPr>
          <p:cNvSpPr txBox="1"/>
          <p:nvPr/>
        </p:nvSpPr>
        <p:spPr>
          <a:xfrm>
            <a:off x="8093304" y="864739"/>
            <a:ext cx="3158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Diagramma di flusso di un hop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B57ECA7-7E0A-03E2-97AD-05191E412621}"/>
              </a:ext>
            </a:extLst>
          </p:cNvPr>
          <p:cNvSpPr/>
          <p:nvPr/>
        </p:nvSpPr>
        <p:spPr>
          <a:xfrm>
            <a:off x="940459" y="910696"/>
            <a:ext cx="4069691" cy="17543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spcBef>
                <a:spcPts val="1200"/>
              </a:spcBef>
              <a:buClr>
                <a:schemeClr val="tx2"/>
              </a:buClr>
            </a:pPr>
            <a:r>
              <a:rPr lang="it-IT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Hopping automatico</a:t>
            </a: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: logica</a:t>
            </a:r>
          </a:p>
          <a:p>
            <a:pPr marL="285750" indent="-285750" rtl="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Inizializzazione della reputazione</a:t>
            </a:r>
          </a:p>
          <a:p>
            <a:pPr marL="285750" indent="-285750" rtl="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Parametri disponibili all’utente</a:t>
            </a:r>
          </a:p>
          <a:p>
            <a:pPr rtl="0">
              <a:spcBef>
                <a:spcPts val="1200"/>
              </a:spcBef>
              <a:buClr>
                <a:schemeClr val="tx2"/>
              </a:buClr>
            </a:pPr>
            <a:endParaRPr lang="it-IT" sz="14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  <a:p>
            <a:pPr rtl="0">
              <a:spcBef>
                <a:spcPts val="1200"/>
              </a:spcBef>
              <a:buClr>
                <a:schemeClr val="tx2"/>
              </a:buClr>
            </a:pP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confronto con 5G CQI SLIDE A PARTE </a:t>
            </a:r>
            <a:endParaRPr lang="it-IT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7ECA349-3CCB-A947-A245-922DCED54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316" y="1419225"/>
            <a:ext cx="5631084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254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42FC0-6520-7C3F-9A01-3110E7BFE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 hidden="1">
            <a:extLst>
              <a:ext uri="{FF2B5EF4-FFF2-40B4-BE49-F238E27FC236}">
                <a16:creationId xmlns:a16="http://schemas.microsoft.com/office/drawing/2014/main" id="{13369DF6-CE40-2418-8722-3711A47023C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 8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9A25F8E-733A-A56C-8247-D69B44EAA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D20451B4-1A80-CED2-8586-9061A432ED8F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DEMO</a:t>
            </a: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E5FB10AE-DEA3-2789-9AFF-91773EEDD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tangolo 2">
            <a:extLst>
              <a:ext uri="{FF2B5EF4-FFF2-40B4-BE49-F238E27FC236}">
                <a16:creationId xmlns:a16="http://schemas.microsoft.com/office/drawing/2014/main" id="{E9086604-6AA0-3CC7-2B5F-DF81D5925F11}"/>
              </a:ext>
            </a:extLst>
          </p:cNvPr>
          <p:cNvSpPr/>
          <p:nvPr/>
        </p:nvSpPr>
        <p:spPr>
          <a:xfrm>
            <a:off x="1100407" y="1002727"/>
            <a:ext cx="5593506" cy="4985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spcBef>
                <a:spcPts val="1200"/>
              </a:spcBef>
              <a:buClr>
                <a:schemeClr val="tx2"/>
              </a:buClr>
            </a:pPr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Setup</a:t>
            </a:r>
          </a:p>
          <a:p>
            <a:pPr marL="285750" indent="-285750" rtl="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Microcontrollori utilizzati: </a:t>
            </a:r>
            <a:r>
              <a:rPr lang="it-IT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ESP8266 MOD 12-F.</a:t>
            </a:r>
          </a:p>
          <a:p>
            <a:pPr marL="742950" lvl="1" indent="-28575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Datasheet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: </a:t>
            </a:r>
            <a:r>
              <a:rPr lang="it-IT" sz="1600" dirty="0">
                <a:solidFill>
                  <a:schemeClr val="accent3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esp8266-technical_reference_en.pdf</a:t>
            </a:r>
            <a:endParaRPr lang="it-IT" sz="1600" dirty="0">
              <a:solidFill>
                <a:schemeClr val="accent3"/>
              </a:solidFill>
            </a:endParaRPr>
          </a:p>
          <a:p>
            <a:pPr marL="285750" indent="-28575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Ambiente di sviluppo: </a:t>
            </a:r>
            <a:r>
              <a:rPr lang="it-IT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PlatformIO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</a:t>
            </a:r>
            <a:r>
              <a:rPr lang="it-IT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estensione per</a:t>
            </a:r>
            <a:r>
              <a:rPr lang="it-IT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VSCode</a:t>
            </a:r>
            <a:r>
              <a:rPr lang="it-IT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  <a:p>
            <a:pPr marL="742950" lvl="1" indent="-28575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Documentazione:</a:t>
            </a:r>
            <a:r>
              <a:rPr lang="it-IT" sz="1600" dirty="0">
                <a:cs typeface="Segoe UI" panose="020B0502040204020203" pitchFamily="34" charset="0"/>
              </a:rPr>
              <a:t> </a:t>
            </a:r>
            <a:r>
              <a:rPr lang="it-IT" sz="1600" dirty="0">
                <a:solidFill>
                  <a:schemeClr val="accent3"/>
                </a:solidFill>
                <a:cs typeface="Segoe UI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https://docs.platformio.org/en/latest/</a:t>
            </a:r>
            <a:endParaRPr lang="it-IT" sz="1600" dirty="0">
              <a:solidFill>
                <a:schemeClr val="accent3"/>
              </a:solidFill>
              <a:cs typeface="Segoe UI" panose="020B0502040204020203" pitchFamily="34" charset="0"/>
            </a:endParaRPr>
          </a:p>
          <a:p>
            <a:pPr marL="285750" indent="-28575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Interfaccia da browser </a:t>
            </a:r>
            <a:r>
              <a:rPr lang="it-IT" sz="16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Ad-Hoc 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di monitoraggio e controllo delle schede basata sulla libreria </a:t>
            </a:r>
            <a:r>
              <a:rPr lang="it-IT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nicegui</a:t>
            </a:r>
            <a:r>
              <a:rPr lang="it-IT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per </a:t>
            </a:r>
            <a:r>
              <a:rPr lang="it-IT" sz="16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Python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  <a:p>
            <a:pPr marL="742950" lvl="1" indent="-28575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Documentazione: </a:t>
            </a:r>
            <a:r>
              <a:rPr lang="it-IT" sz="1600" dirty="0">
                <a:solidFill>
                  <a:schemeClr val="accent3"/>
                </a:solidFill>
                <a:cs typeface="Segoe UI" panose="020B0502040204020203" pitchFamily="34" charset="0"/>
              </a:rPr>
              <a:t>https://nicegui.io/</a:t>
            </a:r>
          </a:p>
          <a:p>
            <a:pPr>
              <a:lnSpc>
                <a:spcPct val="200000"/>
              </a:lnSpc>
              <a:spcBef>
                <a:spcPts val="1200"/>
              </a:spcBef>
              <a:buClr>
                <a:schemeClr val="tx2"/>
              </a:buClr>
            </a:pPr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Ulteriori informazioni</a:t>
            </a:r>
          </a:p>
          <a:p>
            <a:pPr>
              <a:spcBef>
                <a:spcPts val="600"/>
              </a:spcBef>
              <a:buClr>
                <a:schemeClr val="tx2"/>
              </a:buClr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Tutto il codice sorgente, la documentazione e il lavoro di report svolto per questo progetto è disponibile nella repository </a:t>
            </a:r>
            <a:r>
              <a:rPr lang="it-IT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github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: </a:t>
            </a:r>
          </a:p>
          <a:p>
            <a:pPr>
              <a:spcBef>
                <a:spcPts val="600"/>
              </a:spcBef>
              <a:buClr>
                <a:schemeClr val="tx2"/>
              </a:buClr>
            </a:pPr>
            <a:r>
              <a:rPr lang="it-IT" sz="1600" dirty="0">
                <a:solidFill>
                  <a:schemeClr val="accent3"/>
                </a:solidFill>
                <a:cs typeface="Segoe UI" panose="020B05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https://github.com/franconepippone/Industrial-comms.git</a:t>
            </a:r>
            <a:endParaRPr lang="it-IT" sz="1600" dirty="0">
              <a:solidFill>
                <a:schemeClr val="accent3"/>
              </a:solidFill>
              <a:cs typeface="Segoe UI" panose="020B0502040204020203" pitchFamily="34" charset="0"/>
            </a:endParaRPr>
          </a:p>
        </p:txBody>
      </p:sp>
      <p:grpSp>
        <p:nvGrpSpPr>
          <p:cNvPr id="44" name="Gruppo 43" descr="Icona di persona e ingranaggio. ">
            <a:extLst>
              <a:ext uri="{FF2B5EF4-FFF2-40B4-BE49-F238E27FC236}">
                <a16:creationId xmlns:a16="http://schemas.microsoft.com/office/drawing/2014/main" id="{FF0C3F9C-75A9-B309-6A0B-6801D05B3650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45" name="Figura a mano libera 3673">
              <a:extLst>
                <a:ext uri="{FF2B5EF4-FFF2-40B4-BE49-F238E27FC236}">
                  <a16:creationId xmlns:a16="http://schemas.microsoft.com/office/drawing/2014/main" id="{96424AD7-106A-4B82-B80D-6AC23B80B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46" name="Figura a mano libera 3674">
              <a:extLst>
                <a:ext uri="{FF2B5EF4-FFF2-40B4-BE49-F238E27FC236}">
                  <a16:creationId xmlns:a16="http://schemas.microsoft.com/office/drawing/2014/main" id="{3A74EA4A-701F-D6C6-2A12-2D29130220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DBE7EDBA-F5CB-772B-DE1E-4648D135ED35}"/>
              </a:ext>
            </a:extLst>
          </p:cNvPr>
          <p:cNvGrpSpPr/>
          <p:nvPr/>
        </p:nvGrpSpPr>
        <p:grpSpPr>
          <a:xfrm>
            <a:off x="7471537" y="963326"/>
            <a:ext cx="3834426" cy="4732148"/>
            <a:chOff x="7868422" y="1183459"/>
            <a:chExt cx="3834426" cy="4732148"/>
          </a:xfrm>
        </p:grpSpPr>
        <p:sp>
          <p:nvSpPr>
            <p:cNvPr id="23" name="Ovale 22">
              <a:extLst>
                <a:ext uri="{FF2B5EF4-FFF2-40B4-BE49-F238E27FC236}">
                  <a16:creationId xmlns:a16="http://schemas.microsoft.com/office/drawing/2014/main" id="{860A53D4-A423-DC37-A1E6-7C4C05DF2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86102" y="1888385"/>
              <a:ext cx="3186755" cy="3186755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 dirty="0"/>
            </a:p>
          </p:txBody>
        </p:sp>
        <p:sp>
          <p:nvSpPr>
            <p:cNvPr id="25" name="Ovale 24">
              <a:extLst>
                <a:ext uri="{FF2B5EF4-FFF2-40B4-BE49-F238E27FC236}">
                  <a16:creationId xmlns:a16="http://schemas.microsoft.com/office/drawing/2014/main" id="{1791B261-7755-BF50-1198-68886EBC2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079681" y="2782348"/>
              <a:ext cx="1406765" cy="140676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it-IT" sz="1400" b="1" dirty="0">
                  <a:latin typeface="+mj-lt"/>
                </a:rPr>
                <a:t>Powered by</a:t>
              </a:r>
            </a:p>
          </p:txBody>
        </p:sp>
        <p:pic>
          <p:nvPicPr>
            <p:cNvPr id="13" name="Immagine 12" descr="File:PlatformIO logo.svg">
              <a:extLst>
                <a:ext uri="{FF2B5EF4-FFF2-40B4-BE49-F238E27FC236}">
                  <a16:creationId xmlns:a16="http://schemas.microsoft.com/office/drawing/2014/main" id="{E0314E95-1BCE-CFFB-C569-55C2066A7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74694" y="2114798"/>
              <a:ext cx="1038480" cy="1038480"/>
            </a:xfrm>
            <a:prstGeom prst="rect">
              <a:avLst/>
            </a:prstGeom>
          </p:spPr>
        </p:pic>
        <p:pic>
          <p:nvPicPr>
            <p:cNvPr id="15" name="Immagine 14" descr="File:Visual Studio Code 1.35 icon.svg - Wikimedia Commons">
              <a:extLst>
                <a:ext uri="{FF2B5EF4-FFF2-40B4-BE49-F238E27FC236}">
                  <a16:creationId xmlns:a16="http://schemas.microsoft.com/office/drawing/2014/main" id="{C25EA87C-563D-2BDF-50D5-AA76185C9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70078" y="3835143"/>
              <a:ext cx="971910" cy="971910"/>
            </a:xfrm>
            <a:prstGeom prst="rect">
              <a:avLst/>
            </a:prstGeom>
          </p:spPr>
        </p:pic>
        <p:grpSp>
          <p:nvGrpSpPr>
            <p:cNvPr id="55" name="Gruppo 54">
              <a:extLst>
                <a:ext uri="{FF2B5EF4-FFF2-40B4-BE49-F238E27FC236}">
                  <a16:creationId xmlns:a16="http://schemas.microsoft.com/office/drawing/2014/main" id="{59D66524-9B02-3B8A-01AE-7339F016F982}"/>
                </a:ext>
              </a:extLst>
            </p:cNvPr>
            <p:cNvGrpSpPr/>
            <p:nvPr/>
          </p:nvGrpSpPr>
          <p:grpSpPr>
            <a:xfrm>
              <a:off x="7868422" y="3815053"/>
              <a:ext cx="1051024" cy="1051024"/>
              <a:chOff x="7973301" y="3788165"/>
              <a:chExt cx="917032" cy="917032"/>
            </a:xfrm>
          </p:grpSpPr>
          <p:sp>
            <p:nvSpPr>
              <p:cNvPr id="54" name="Ovale 53">
                <a:extLst>
                  <a:ext uri="{FF2B5EF4-FFF2-40B4-BE49-F238E27FC236}">
                    <a16:creationId xmlns:a16="http://schemas.microsoft.com/office/drawing/2014/main" id="{14A3DBFE-0361-2E5D-3F72-E27274E848A3}"/>
                  </a:ext>
                </a:extLst>
              </p:cNvPr>
              <p:cNvSpPr/>
              <p:nvPr/>
            </p:nvSpPr>
            <p:spPr>
              <a:xfrm>
                <a:off x="7973301" y="3788165"/>
                <a:ext cx="917032" cy="9170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pic>
            <p:nvPicPr>
              <p:cNvPr id="21" name="Immagine 20" descr="File:Octicons-mark-github.svg">
                <a:extLst>
                  <a:ext uri="{FF2B5EF4-FFF2-40B4-BE49-F238E27FC236}">
                    <a16:creationId xmlns:a16="http://schemas.microsoft.com/office/drawing/2014/main" id="{18981C9B-CB61-C7C5-440D-593C2FE406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73301" y="3788165"/>
                <a:ext cx="917032" cy="917032"/>
              </a:xfrm>
              <a:prstGeom prst="rect">
                <a:avLst/>
              </a:prstGeom>
            </p:spPr>
          </p:pic>
        </p:grpSp>
        <p:pic>
          <p:nvPicPr>
            <p:cNvPr id="48" name="Immagine 47" descr="Python (programming language) - Wikipedia">
              <a:extLst>
                <a:ext uri="{FF2B5EF4-FFF2-40B4-BE49-F238E27FC236}">
                  <a16:creationId xmlns:a16="http://schemas.microsoft.com/office/drawing/2014/main" id="{56E20773-189F-CD7A-C96A-CB9D55A20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664368" y="2114798"/>
              <a:ext cx="1038480" cy="1038480"/>
            </a:xfrm>
            <a:prstGeom prst="rect">
              <a:avLst/>
            </a:prstGeom>
          </p:spPr>
        </p:pic>
        <p:grpSp>
          <p:nvGrpSpPr>
            <p:cNvPr id="52" name="Gruppo 51">
              <a:extLst>
                <a:ext uri="{FF2B5EF4-FFF2-40B4-BE49-F238E27FC236}">
                  <a16:creationId xmlns:a16="http://schemas.microsoft.com/office/drawing/2014/main" id="{676992DA-D597-5D15-D947-3AB6AB5A40FE}"/>
                </a:ext>
              </a:extLst>
            </p:cNvPr>
            <p:cNvGrpSpPr/>
            <p:nvPr/>
          </p:nvGrpSpPr>
          <p:grpSpPr>
            <a:xfrm>
              <a:off x="9352725" y="1183459"/>
              <a:ext cx="853507" cy="1217136"/>
              <a:chOff x="7910275" y="1061068"/>
              <a:chExt cx="853507" cy="1217136"/>
            </a:xfrm>
          </p:grpSpPr>
          <p:sp>
            <p:nvSpPr>
              <p:cNvPr id="51" name="Figura a mano libera: forma 50">
                <a:extLst>
                  <a:ext uri="{FF2B5EF4-FFF2-40B4-BE49-F238E27FC236}">
                    <a16:creationId xmlns:a16="http://schemas.microsoft.com/office/drawing/2014/main" id="{324129E5-9DC8-6284-55FE-6A1C792F0338}"/>
                  </a:ext>
                </a:extLst>
              </p:cNvPr>
              <p:cNvSpPr/>
              <p:nvPr/>
            </p:nvSpPr>
            <p:spPr>
              <a:xfrm>
                <a:off x="7996101" y="1200719"/>
                <a:ext cx="725161" cy="885255"/>
              </a:xfrm>
              <a:custGeom>
                <a:avLst/>
                <a:gdLst>
                  <a:gd name="csX0" fmla="*/ 0 w 661987"/>
                  <a:gd name="csY0" fmla="*/ 264318 h 862012"/>
                  <a:gd name="csX1" fmla="*/ 19050 w 661987"/>
                  <a:gd name="csY1" fmla="*/ 664368 h 862012"/>
                  <a:gd name="csX2" fmla="*/ 104775 w 661987"/>
                  <a:gd name="csY2" fmla="*/ 783431 h 862012"/>
                  <a:gd name="csX3" fmla="*/ 223837 w 661987"/>
                  <a:gd name="csY3" fmla="*/ 859631 h 862012"/>
                  <a:gd name="csX4" fmla="*/ 414337 w 661987"/>
                  <a:gd name="csY4" fmla="*/ 862012 h 862012"/>
                  <a:gd name="csX5" fmla="*/ 561975 w 661987"/>
                  <a:gd name="csY5" fmla="*/ 776287 h 862012"/>
                  <a:gd name="csX6" fmla="*/ 638175 w 661987"/>
                  <a:gd name="csY6" fmla="*/ 633412 h 862012"/>
                  <a:gd name="csX7" fmla="*/ 657225 w 661987"/>
                  <a:gd name="csY7" fmla="*/ 500062 h 862012"/>
                  <a:gd name="csX8" fmla="*/ 661987 w 661987"/>
                  <a:gd name="csY8" fmla="*/ 214312 h 862012"/>
                  <a:gd name="csX9" fmla="*/ 623887 w 661987"/>
                  <a:gd name="csY9" fmla="*/ 38100 h 862012"/>
                  <a:gd name="csX10" fmla="*/ 204787 w 661987"/>
                  <a:gd name="csY10" fmla="*/ 0 h 862012"/>
                  <a:gd name="csX11" fmla="*/ 0 w 661987"/>
                  <a:gd name="csY11" fmla="*/ 264318 h 862012"/>
                  <a:gd name="csX0" fmla="*/ 19131 w 681118"/>
                  <a:gd name="csY0" fmla="*/ 264318 h 862012"/>
                  <a:gd name="csX1" fmla="*/ 81 w 681118"/>
                  <a:gd name="csY1" fmla="*/ 488156 h 862012"/>
                  <a:gd name="csX2" fmla="*/ 38181 w 681118"/>
                  <a:gd name="csY2" fmla="*/ 664368 h 862012"/>
                  <a:gd name="csX3" fmla="*/ 123906 w 681118"/>
                  <a:gd name="csY3" fmla="*/ 783431 h 862012"/>
                  <a:gd name="csX4" fmla="*/ 242968 w 681118"/>
                  <a:gd name="csY4" fmla="*/ 859631 h 862012"/>
                  <a:gd name="csX5" fmla="*/ 433468 w 681118"/>
                  <a:gd name="csY5" fmla="*/ 862012 h 862012"/>
                  <a:gd name="csX6" fmla="*/ 581106 w 681118"/>
                  <a:gd name="csY6" fmla="*/ 776287 h 862012"/>
                  <a:gd name="csX7" fmla="*/ 657306 w 681118"/>
                  <a:gd name="csY7" fmla="*/ 633412 h 862012"/>
                  <a:gd name="csX8" fmla="*/ 676356 w 681118"/>
                  <a:gd name="csY8" fmla="*/ 500062 h 862012"/>
                  <a:gd name="csX9" fmla="*/ 681118 w 681118"/>
                  <a:gd name="csY9" fmla="*/ 214312 h 862012"/>
                  <a:gd name="csX10" fmla="*/ 643018 w 681118"/>
                  <a:gd name="csY10" fmla="*/ 38100 h 862012"/>
                  <a:gd name="csX11" fmla="*/ 223918 w 681118"/>
                  <a:gd name="csY11" fmla="*/ 0 h 862012"/>
                  <a:gd name="csX12" fmla="*/ 19131 w 681118"/>
                  <a:gd name="csY12" fmla="*/ 264318 h 862012"/>
                  <a:gd name="csX0" fmla="*/ 19131 w 681118"/>
                  <a:gd name="csY0" fmla="*/ 264318 h 862012"/>
                  <a:gd name="csX1" fmla="*/ 81 w 681118"/>
                  <a:gd name="csY1" fmla="*/ 488156 h 862012"/>
                  <a:gd name="csX2" fmla="*/ 38181 w 681118"/>
                  <a:gd name="csY2" fmla="*/ 664368 h 862012"/>
                  <a:gd name="csX3" fmla="*/ 123906 w 681118"/>
                  <a:gd name="csY3" fmla="*/ 783431 h 862012"/>
                  <a:gd name="csX4" fmla="*/ 242968 w 681118"/>
                  <a:gd name="csY4" fmla="*/ 859631 h 862012"/>
                  <a:gd name="csX5" fmla="*/ 433468 w 681118"/>
                  <a:gd name="csY5" fmla="*/ 862012 h 862012"/>
                  <a:gd name="csX6" fmla="*/ 581106 w 681118"/>
                  <a:gd name="csY6" fmla="*/ 776287 h 862012"/>
                  <a:gd name="csX7" fmla="*/ 657306 w 681118"/>
                  <a:gd name="csY7" fmla="*/ 633412 h 862012"/>
                  <a:gd name="csX8" fmla="*/ 676356 w 681118"/>
                  <a:gd name="csY8" fmla="*/ 500062 h 862012"/>
                  <a:gd name="csX9" fmla="*/ 681118 w 681118"/>
                  <a:gd name="csY9" fmla="*/ 214312 h 862012"/>
                  <a:gd name="csX10" fmla="*/ 643018 w 681118"/>
                  <a:gd name="csY10" fmla="*/ 38100 h 862012"/>
                  <a:gd name="csX11" fmla="*/ 223918 w 681118"/>
                  <a:gd name="csY11" fmla="*/ 0 h 862012"/>
                  <a:gd name="csX12" fmla="*/ 61993 w 681118"/>
                  <a:gd name="csY12" fmla="*/ 40481 h 862012"/>
                  <a:gd name="csX13" fmla="*/ 19131 w 681118"/>
                  <a:gd name="csY13" fmla="*/ 264318 h 862012"/>
                  <a:gd name="csX0" fmla="*/ 19131 w 681118"/>
                  <a:gd name="csY0" fmla="*/ 264318 h 862012"/>
                  <a:gd name="csX1" fmla="*/ 81 w 681118"/>
                  <a:gd name="csY1" fmla="*/ 488156 h 862012"/>
                  <a:gd name="csX2" fmla="*/ 38181 w 681118"/>
                  <a:gd name="csY2" fmla="*/ 664368 h 862012"/>
                  <a:gd name="csX3" fmla="*/ 123906 w 681118"/>
                  <a:gd name="csY3" fmla="*/ 783431 h 862012"/>
                  <a:gd name="csX4" fmla="*/ 242968 w 681118"/>
                  <a:gd name="csY4" fmla="*/ 859631 h 862012"/>
                  <a:gd name="csX5" fmla="*/ 433468 w 681118"/>
                  <a:gd name="csY5" fmla="*/ 862012 h 862012"/>
                  <a:gd name="csX6" fmla="*/ 581106 w 681118"/>
                  <a:gd name="csY6" fmla="*/ 776287 h 862012"/>
                  <a:gd name="csX7" fmla="*/ 657306 w 681118"/>
                  <a:gd name="csY7" fmla="*/ 633412 h 862012"/>
                  <a:gd name="csX8" fmla="*/ 676356 w 681118"/>
                  <a:gd name="csY8" fmla="*/ 500062 h 862012"/>
                  <a:gd name="csX9" fmla="*/ 681118 w 681118"/>
                  <a:gd name="csY9" fmla="*/ 214312 h 862012"/>
                  <a:gd name="csX10" fmla="*/ 643018 w 681118"/>
                  <a:gd name="csY10" fmla="*/ 38100 h 862012"/>
                  <a:gd name="csX11" fmla="*/ 223918 w 681118"/>
                  <a:gd name="csY11" fmla="*/ 0 h 862012"/>
                  <a:gd name="csX12" fmla="*/ 61993 w 681118"/>
                  <a:gd name="csY12" fmla="*/ 40481 h 862012"/>
                  <a:gd name="csX13" fmla="*/ 19131 w 681118"/>
                  <a:gd name="csY13" fmla="*/ 264318 h 862012"/>
                  <a:gd name="csX0" fmla="*/ 19131 w 681118"/>
                  <a:gd name="csY0" fmla="*/ 264318 h 862012"/>
                  <a:gd name="csX1" fmla="*/ 81 w 681118"/>
                  <a:gd name="csY1" fmla="*/ 488156 h 862012"/>
                  <a:gd name="csX2" fmla="*/ 38181 w 681118"/>
                  <a:gd name="csY2" fmla="*/ 664368 h 862012"/>
                  <a:gd name="csX3" fmla="*/ 123906 w 681118"/>
                  <a:gd name="csY3" fmla="*/ 783431 h 862012"/>
                  <a:gd name="csX4" fmla="*/ 242968 w 681118"/>
                  <a:gd name="csY4" fmla="*/ 859631 h 862012"/>
                  <a:gd name="csX5" fmla="*/ 433468 w 681118"/>
                  <a:gd name="csY5" fmla="*/ 862012 h 862012"/>
                  <a:gd name="csX6" fmla="*/ 581106 w 681118"/>
                  <a:gd name="csY6" fmla="*/ 776287 h 862012"/>
                  <a:gd name="csX7" fmla="*/ 657306 w 681118"/>
                  <a:gd name="csY7" fmla="*/ 633412 h 862012"/>
                  <a:gd name="csX8" fmla="*/ 676356 w 681118"/>
                  <a:gd name="csY8" fmla="*/ 500062 h 862012"/>
                  <a:gd name="csX9" fmla="*/ 681118 w 681118"/>
                  <a:gd name="csY9" fmla="*/ 214312 h 862012"/>
                  <a:gd name="csX10" fmla="*/ 643018 w 681118"/>
                  <a:gd name="csY10" fmla="*/ 38100 h 862012"/>
                  <a:gd name="csX11" fmla="*/ 223918 w 681118"/>
                  <a:gd name="csY11" fmla="*/ 0 h 862012"/>
                  <a:gd name="csX12" fmla="*/ 61993 w 681118"/>
                  <a:gd name="csY12" fmla="*/ 40481 h 862012"/>
                  <a:gd name="csX13" fmla="*/ 19131 w 681118"/>
                  <a:gd name="csY13" fmla="*/ 264318 h 862012"/>
                  <a:gd name="csX0" fmla="*/ 19131 w 681118"/>
                  <a:gd name="csY0" fmla="*/ 236813 h 834507"/>
                  <a:gd name="csX1" fmla="*/ 81 w 681118"/>
                  <a:gd name="csY1" fmla="*/ 460651 h 834507"/>
                  <a:gd name="csX2" fmla="*/ 38181 w 681118"/>
                  <a:gd name="csY2" fmla="*/ 636863 h 834507"/>
                  <a:gd name="csX3" fmla="*/ 123906 w 681118"/>
                  <a:gd name="csY3" fmla="*/ 755926 h 834507"/>
                  <a:gd name="csX4" fmla="*/ 242968 w 681118"/>
                  <a:gd name="csY4" fmla="*/ 832126 h 834507"/>
                  <a:gd name="csX5" fmla="*/ 433468 w 681118"/>
                  <a:gd name="csY5" fmla="*/ 834507 h 834507"/>
                  <a:gd name="csX6" fmla="*/ 581106 w 681118"/>
                  <a:gd name="csY6" fmla="*/ 748782 h 834507"/>
                  <a:gd name="csX7" fmla="*/ 657306 w 681118"/>
                  <a:gd name="csY7" fmla="*/ 605907 h 834507"/>
                  <a:gd name="csX8" fmla="*/ 676356 w 681118"/>
                  <a:gd name="csY8" fmla="*/ 472557 h 834507"/>
                  <a:gd name="csX9" fmla="*/ 681118 w 681118"/>
                  <a:gd name="csY9" fmla="*/ 186807 h 834507"/>
                  <a:gd name="csX10" fmla="*/ 643018 w 681118"/>
                  <a:gd name="csY10" fmla="*/ 10595 h 834507"/>
                  <a:gd name="csX11" fmla="*/ 247731 w 681118"/>
                  <a:gd name="csY11" fmla="*/ 48695 h 834507"/>
                  <a:gd name="csX12" fmla="*/ 61993 w 681118"/>
                  <a:gd name="csY12" fmla="*/ 12976 h 834507"/>
                  <a:gd name="csX13" fmla="*/ 19131 w 681118"/>
                  <a:gd name="csY13" fmla="*/ 236813 h 834507"/>
                  <a:gd name="csX0" fmla="*/ 19131 w 681118"/>
                  <a:gd name="csY0" fmla="*/ 285750 h 883444"/>
                  <a:gd name="csX1" fmla="*/ 81 w 681118"/>
                  <a:gd name="csY1" fmla="*/ 509588 h 883444"/>
                  <a:gd name="csX2" fmla="*/ 38181 w 681118"/>
                  <a:gd name="csY2" fmla="*/ 685800 h 883444"/>
                  <a:gd name="csX3" fmla="*/ 123906 w 681118"/>
                  <a:gd name="csY3" fmla="*/ 804863 h 883444"/>
                  <a:gd name="csX4" fmla="*/ 242968 w 681118"/>
                  <a:gd name="csY4" fmla="*/ 881063 h 883444"/>
                  <a:gd name="csX5" fmla="*/ 433468 w 681118"/>
                  <a:gd name="csY5" fmla="*/ 883444 h 883444"/>
                  <a:gd name="csX6" fmla="*/ 581106 w 681118"/>
                  <a:gd name="csY6" fmla="*/ 797719 h 883444"/>
                  <a:gd name="csX7" fmla="*/ 657306 w 681118"/>
                  <a:gd name="csY7" fmla="*/ 654844 h 883444"/>
                  <a:gd name="csX8" fmla="*/ 676356 w 681118"/>
                  <a:gd name="csY8" fmla="*/ 521494 h 883444"/>
                  <a:gd name="csX9" fmla="*/ 681118 w 681118"/>
                  <a:gd name="csY9" fmla="*/ 235744 h 883444"/>
                  <a:gd name="csX10" fmla="*/ 643018 w 681118"/>
                  <a:gd name="csY10" fmla="*/ 59532 h 883444"/>
                  <a:gd name="csX11" fmla="*/ 266781 w 681118"/>
                  <a:gd name="csY11" fmla="*/ 0 h 883444"/>
                  <a:gd name="csX12" fmla="*/ 61993 w 681118"/>
                  <a:gd name="csY12" fmla="*/ 61913 h 883444"/>
                  <a:gd name="csX13" fmla="*/ 19131 w 681118"/>
                  <a:gd name="csY13" fmla="*/ 285750 h 883444"/>
                  <a:gd name="csX0" fmla="*/ 19131 w 681118"/>
                  <a:gd name="csY0" fmla="*/ 285750 h 883444"/>
                  <a:gd name="csX1" fmla="*/ 81 w 681118"/>
                  <a:gd name="csY1" fmla="*/ 509588 h 883444"/>
                  <a:gd name="csX2" fmla="*/ 38181 w 681118"/>
                  <a:gd name="csY2" fmla="*/ 685800 h 883444"/>
                  <a:gd name="csX3" fmla="*/ 123906 w 681118"/>
                  <a:gd name="csY3" fmla="*/ 804863 h 883444"/>
                  <a:gd name="csX4" fmla="*/ 242968 w 681118"/>
                  <a:gd name="csY4" fmla="*/ 881063 h 883444"/>
                  <a:gd name="csX5" fmla="*/ 433468 w 681118"/>
                  <a:gd name="csY5" fmla="*/ 883444 h 883444"/>
                  <a:gd name="csX6" fmla="*/ 581106 w 681118"/>
                  <a:gd name="csY6" fmla="*/ 797719 h 883444"/>
                  <a:gd name="csX7" fmla="*/ 657306 w 681118"/>
                  <a:gd name="csY7" fmla="*/ 654844 h 883444"/>
                  <a:gd name="csX8" fmla="*/ 676356 w 681118"/>
                  <a:gd name="csY8" fmla="*/ 521494 h 883444"/>
                  <a:gd name="csX9" fmla="*/ 681118 w 681118"/>
                  <a:gd name="csY9" fmla="*/ 235744 h 883444"/>
                  <a:gd name="csX10" fmla="*/ 643018 w 681118"/>
                  <a:gd name="csY10" fmla="*/ 59532 h 883444"/>
                  <a:gd name="csX11" fmla="*/ 266781 w 681118"/>
                  <a:gd name="csY11" fmla="*/ 0 h 883444"/>
                  <a:gd name="csX12" fmla="*/ 61993 w 681118"/>
                  <a:gd name="csY12" fmla="*/ 61913 h 883444"/>
                  <a:gd name="csX13" fmla="*/ 19131 w 681118"/>
                  <a:gd name="csY13" fmla="*/ 285750 h 883444"/>
                  <a:gd name="csX0" fmla="*/ 19131 w 681118"/>
                  <a:gd name="csY0" fmla="*/ 286792 h 884486"/>
                  <a:gd name="csX1" fmla="*/ 81 w 681118"/>
                  <a:gd name="csY1" fmla="*/ 510630 h 884486"/>
                  <a:gd name="csX2" fmla="*/ 38181 w 681118"/>
                  <a:gd name="csY2" fmla="*/ 686842 h 884486"/>
                  <a:gd name="csX3" fmla="*/ 123906 w 681118"/>
                  <a:gd name="csY3" fmla="*/ 805905 h 884486"/>
                  <a:gd name="csX4" fmla="*/ 242968 w 681118"/>
                  <a:gd name="csY4" fmla="*/ 882105 h 884486"/>
                  <a:gd name="csX5" fmla="*/ 433468 w 681118"/>
                  <a:gd name="csY5" fmla="*/ 884486 h 884486"/>
                  <a:gd name="csX6" fmla="*/ 581106 w 681118"/>
                  <a:gd name="csY6" fmla="*/ 798761 h 884486"/>
                  <a:gd name="csX7" fmla="*/ 657306 w 681118"/>
                  <a:gd name="csY7" fmla="*/ 655886 h 884486"/>
                  <a:gd name="csX8" fmla="*/ 676356 w 681118"/>
                  <a:gd name="csY8" fmla="*/ 522536 h 884486"/>
                  <a:gd name="csX9" fmla="*/ 681118 w 681118"/>
                  <a:gd name="csY9" fmla="*/ 236786 h 884486"/>
                  <a:gd name="csX10" fmla="*/ 643018 w 681118"/>
                  <a:gd name="csY10" fmla="*/ 60574 h 884486"/>
                  <a:gd name="csX11" fmla="*/ 266781 w 681118"/>
                  <a:gd name="csY11" fmla="*/ 1042 h 884486"/>
                  <a:gd name="csX12" fmla="*/ 61993 w 681118"/>
                  <a:gd name="csY12" fmla="*/ 62955 h 884486"/>
                  <a:gd name="csX13" fmla="*/ 19131 w 681118"/>
                  <a:gd name="csY13" fmla="*/ 286792 h 884486"/>
                  <a:gd name="csX0" fmla="*/ 9662 w 681174"/>
                  <a:gd name="csY0" fmla="*/ 243929 h 884486"/>
                  <a:gd name="csX1" fmla="*/ 137 w 681174"/>
                  <a:gd name="csY1" fmla="*/ 510630 h 884486"/>
                  <a:gd name="csX2" fmla="*/ 38237 w 681174"/>
                  <a:gd name="csY2" fmla="*/ 686842 h 884486"/>
                  <a:gd name="csX3" fmla="*/ 123962 w 681174"/>
                  <a:gd name="csY3" fmla="*/ 805905 h 884486"/>
                  <a:gd name="csX4" fmla="*/ 243024 w 681174"/>
                  <a:gd name="csY4" fmla="*/ 882105 h 884486"/>
                  <a:gd name="csX5" fmla="*/ 433524 w 681174"/>
                  <a:gd name="csY5" fmla="*/ 884486 h 884486"/>
                  <a:gd name="csX6" fmla="*/ 581162 w 681174"/>
                  <a:gd name="csY6" fmla="*/ 798761 h 884486"/>
                  <a:gd name="csX7" fmla="*/ 657362 w 681174"/>
                  <a:gd name="csY7" fmla="*/ 655886 h 884486"/>
                  <a:gd name="csX8" fmla="*/ 676412 w 681174"/>
                  <a:gd name="csY8" fmla="*/ 522536 h 884486"/>
                  <a:gd name="csX9" fmla="*/ 681174 w 681174"/>
                  <a:gd name="csY9" fmla="*/ 236786 h 884486"/>
                  <a:gd name="csX10" fmla="*/ 643074 w 681174"/>
                  <a:gd name="csY10" fmla="*/ 60574 h 884486"/>
                  <a:gd name="csX11" fmla="*/ 266837 w 681174"/>
                  <a:gd name="csY11" fmla="*/ 1042 h 884486"/>
                  <a:gd name="csX12" fmla="*/ 62049 w 681174"/>
                  <a:gd name="csY12" fmla="*/ 62955 h 884486"/>
                  <a:gd name="csX13" fmla="*/ 9662 w 681174"/>
                  <a:gd name="csY13" fmla="*/ 243929 h 884486"/>
                  <a:gd name="csX0" fmla="*/ 9662 w 681174"/>
                  <a:gd name="csY0" fmla="*/ 244698 h 885255"/>
                  <a:gd name="csX1" fmla="*/ 137 w 681174"/>
                  <a:gd name="csY1" fmla="*/ 511399 h 885255"/>
                  <a:gd name="csX2" fmla="*/ 38237 w 681174"/>
                  <a:gd name="csY2" fmla="*/ 687611 h 885255"/>
                  <a:gd name="csX3" fmla="*/ 123962 w 681174"/>
                  <a:gd name="csY3" fmla="*/ 806674 h 885255"/>
                  <a:gd name="csX4" fmla="*/ 243024 w 681174"/>
                  <a:gd name="csY4" fmla="*/ 882874 h 885255"/>
                  <a:gd name="csX5" fmla="*/ 433524 w 681174"/>
                  <a:gd name="csY5" fmla="*/ 885255 h 885255"/>
                  <a:gd name="csX6" fmla="*/ 581162 w 681174"/>
                  <a:gd name="csY6" fmla="*/ 799530 h 885255"/>
                  <a:gd name="csX7" fmla="*/ 657362 w 681174"/>
                  <a:gd name="csY7" fmla="*/ 656655 h 885255"/>
                  <a:gd name="csX8" fmla="*/ 676412 w 681174"/>
                  <a:gd name="csY8" fmla="*/ 523305 h 885255"/>
                  <a:gd name="csX9" fmla="*/ 681174 w 681174"/>
                  <a:gd name="csY9" fmla="*/ 237555 h 885255"/>
                  <a:gd name="csX10" fmla="*/ 590687 w 681174"/>
                  <a:gd name="csY10" fmla="*/ 37530 h 885255"/>
                  <a:gd name="csX11" fmla="*/ 266837 w 681174"/>
                  <a:gd name="csY11" fmla="*/ 1811 h 885255"/>
                  <a:gd name="csX12" fmla="*/ 62049 w 681174"/>
                  <a:gd name="csY12" fmla="*/ 63724 h 885255"/>
                  <a:gd name="csX13" fmla="*/ 9662 w 681174"/>
                  <a:gd name="csY13" fmla="*/ 244698 h 885255"/>
                  <a:gd name="csX0" fmla="*/ 9662 w 681174"/>
                  <a:gd name="csY0" fmla="*/ 244698 h 885255"/>
                  <a:gd name="csX1" fmla="*/ 137 w 681174"/>
                  <a:gd name="csY1" fmla="*/ 511399 h 885255"/>
                  <a:gd name="csX2" fmla="*/ 38237 w 681174"/>
                  <a:gd name="csY2" fmla="*/ 687611 h 885255"/>
                  <a:gd name="csX3" fmla="*/ 123962 w 681174"/>
                  <a:gd name="csY3" fmla="*/ 806674 h 885255"/>
                  <a:gd name="csX4" fmla="*/ 243024 w 681174"/>
                  <a:gd name="csY4" fmla="*/ 882874 h 885255"/>
                  <a:gd name="csX5" fmla="*/ 433524 w 681174"/>
                  <a:gd name="csY5" fmla="*/ 885255 h 885255"/>
                  <a:gd name="csX6" fmla="*/ 581162 w 681174"/>
                  <a:gd name="csY6" fmla="*/ 799530 h 885255"/>
                  <a:gd name="csX7" fmla="*/ 657362 w 681174"/>
                  <a:gd name="csY7" fmla="*/ 656655 h 885255"/>
                  <a:gd name="csX8" fmla="*/ 676412 w 681174"/>
                  <a:gd name="csY8" fmla="*/ 523305 h 885255"/>
                  <a:gd name="csX9" fmla="*/ 681174 w 681174"/>
                  <a:gd name="csY9" fmla="*/ 237555 h 885255"/>
                  <a:gd name="csX10" fmla="*/ 590687 w 681174"/>
                  <a:gd name="csY10" fmla="*/ 37530 h 885255"/>
                  <a:gd name="csX11" fmla="*/ 266837 w 681174"/>
                  <a:gd name="csY11" fmla="*/ 1811 h 885255"/>
                  <a:gd name="csX12" fmla="*/ 62049 w 681174"/>
                  <a:gd name="csY12" fmla="*/ 63724 h 885255"/>
                  <a:gd name="csX13" fmla="*/ 9662 w 681174"/>
                  <a:gd name="csY13" fmla="*/ 244698 h 885255"/>
                  <a:gd name="csX0" fmla="*/ 9662 w 725161"/>
                  <a:gd name="csY0" fmla="*/ 244698 h 885255"/>
                  <a:gd name="csX1" fmla="*/ 137 w 725161"/>
                  <a:gd name="csY1" fmla="*/ 511399 h 885255"/>
                  <a:gd name="csX2" fmla="*/ 38237 w 725161"/>
                  <a:gd name="csY2" fmla="*/ 687611 h 885255"/>
                  <a:gd name="csX3" fmla="*/ 123962 w 725161"/>
                  <a:gd name="csY3" fmla="*/ 806674 h 885255"/>
                  <a:gd name="csX4" fmla="*/ 243024 w 725161"/>
                  <a:gd name="csY4" fmla="*/ 882874 h 885255"/>
                  <a:gd name="csX5" fmla="*/ 433524 w 725161"/>
                  <a:gd name="csY5" fmla="*/ 885255 h 885255"/>
                  <a:gd name="csX6" fmla="*/ 581162 w 725161"/>
                  <a:gd name="csY6" fmla="*/ 799530 h 885255"/>
                  <a:gd name="csX7" fmla="*/ 657362 w 725161"/>
                  <a:gd name="csY7" fmla="*/ 656655 h 885255"/>
                  <a:gd name="csX8" fmla="*/ 676412 w 725161"/>
                  <a:gd name="csY8" fmla="*/ 523305 h 885255"/>
                  <a:gd name="csX9" fmla="*/ 681174 w 725161"/>
                  <a:gd name="csY9" fmla="*/ 237555 h 885255"/>
                  <a:gd name="csX10" fmla="*/ 722698 w 725161"/>
                  <a:gd name="csY10" fmla="*/ 214536 h 885255"/>
                  <a:gd name="csX11" fmla="*/ 590687 w 725161"/>
                  <a:gd name="csY11" fmla="*/ 37530 h 885255"/>
                  <a:gd name="csX12" fmla="*/ 266837 w 725161"/>
                  <a:gd name="csY12" fmla="*/ 1811 h 885255"/>
                  <a:gd name="csX13" fmla="*/ 62049 w 725161"/>
                  <a:gd name="csY13" fmla="*/ 63724 h 885255"/>
                  <a:gd name="csX14" fmla="*/ 9662 w 725161"/>
                  <a:gd name="csY14" fmla="*/ 244698 h 8852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725161" h="885255">
                    <a:moveTo>
                      <a:pt x="9662" y="244698"/>
                    </a:moveTo>
                    <a:cubicBezTo>
                      <a:pt x="11249" y="317723"/>
                      <a:pt x="-1450" y="438374"/>
                      <a:pt x="137" y="511399"/>
                    </a:cubicBezTo>
                    <a:lnTo>
                      <a:pt x="38237" y="687611"/>
                    </a:lnTo>
                    <a:lnTo>
                      <a:pt x="123962" y="806674"/>
                    </a:lnTo>
                    <a:lnTo>
                      <a:pt x="243024" y="882874"/>
                    </a:lnTo>
                    <a:lnTo>
                      <a:pt x="433524" y="885255"/>
                    </a:lnTo>
                    <a:lnTo>
                      <a:pt x="581162" y="799530"/>
                    </a:lnTo>
                    <a:lnTo>
                      <a:pt x="657362" y="656655"/>
                    </a:lnTo>
                    <a:lnTo>
                      <a:pt x="676412" y="523305"/>
                    </a:lnTo>
                    <a:cubicBezTo>
                      <a:pt x="677999" y="428055"/>
                      <a:pt x="679587" y="332805"/>
                      <a:pt x="681174" y="237555"/>
                    </a:cubicBezTo>
                    <a:cubicBezTo>
                      <a:pt x="678570" y="174981"/>
                      <a:pt x="737779" y="247873"/>
                      <a:pt x="722698" y="214536"/>
                    </a:cubicBezTo>
                    <a:cubicBezTo>
                      <a:pt x="707617" y="181199"/>
                      <a:pt x="656345" y="61872"/>
                      <a:pt x="590687" y="37530"/>
                    </a:cubicBezTo>
                    <a:cubicBezTo>
                      <a:pt x="465275" y="17686"/>
                      <a:pt x="454162" y="-6920"/>
                      <a:pt x="266837" y="1811"/>
                    </a:cubicBezTo>
                    <a:cubicBezTo>
                      <a:pt x="206512" y="21655"/>
                      <a:pt x="103324" y="10543"/>
                      <a:pt x="62049" y="63724"/>
                    </a:cubicBezTo>
                    <a:cubicBezTo>
                      <a:pt x="19187" y="140717"/>
                      <a:pt x="23949" y="170086"/>
                      <a:pt x="9662" y="24469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pic>
            <p:nvPicPr>
              <p:cNvPr id="47" name="Immagine 46" descr="File:Logo nicegui black.svg - Wikimedia Commons">
                <a:extLst>
                  <a:ext uri="{FF2B5EF4-FFF2-40B4-BE49-F238E27FC236}">
                    <a16:creationId xmlns:a16="http://schemas.microsoft.com/office/drawing/2014/main" id="{AE702AA7-59BE-74A1-89A7-C4B91A13A1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910275" y="1061068"/>
                <a:ext cx="853507" cy="1217136"/>
              </a:xfrm>
              <a:prstGeom prst="rect">
                <a:avLst/>
              </a:prstGeom>
            </p:spPr>
          </p:pic>
        </p:grpSp>
        <p:grpSp>
          <p:nvGrpSpPr>
            <p:cNvPr id="60" name="Gruppo 59">
              <a:extLst>
                <a:ext uri="{FF2B5EF4-FFF2-40B4-BE49-F238E27FC236}">
                  <a16:creationId xmlns:a16="http://schemas.microsoft.com/office/drawing/2014/main" id="{450C4D5E-D01C-D9E5-6F2A-487ECB9BAF6C}"/>
                </a:ext>
              </a:extLst>
            </p:cNvPr>
            <p:cNvGrpSpPr/>
            <p:nvPr/>
          </p:nvGrpSpPr>
          <p:grpSpPr>
            <a:xfrm>
              <a:off x="9096806" y="4508842"/>
              <a:ext cx="1406765" cy="1406765"/>
              <a:chOff x="9076096" y="4477838"/>
              <a:chExt cx="1406765" cy="1406765"/>
            </a:xfrm>
          </p:grpSpPr>
          <p:sp>
            <p:nvSpPr>
              <p:cNvPr id="59" name="Ovale 58">
                <a:extLst>
                  <a:ext uri="{FF2B5EF4-FFF2-40B4-BE49-F238E27FC236}">
                    <a16:creationId xmlns:a16="http://schemas.microsoft.com/office/drawing/2014/main" id="{43E508EE-8C00-F8B7-13DC-D15FB8410B89}"/>
                  </a:ext>
                </a:extLst>
              </p:cNvPr>
              <p:cNvSpPr/>
              <p:nvPr/>
            </p:nvSpPr>
            <p:spPr>
              <a:xfrm>
                <a:off x="9345227" y="4562840"/>
                <a:ext cx="917032" cy="91703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pic>
            <p:nvPicPr>
              <p:cNvPr id="16" name="Immagine 15" descr="Logo Guidelines | Espressif Systems">
                <a:extLst>
                  <a:ext uri="{FF2B5EF4-FFF2-40B4-BE49-F238E27FC236}">
                    <a16:creationId xmlns:a16="http://schemas.microsoft.com/office/drawing/2014/main" id="{BA9304E8-7CDF-1C56-8A8C-01C224A4AA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76096" y="4477838"/>
                <a:ext cx="1406765" cy="1406765"/>
              </a:xfrm>
              <a:prstGeom prst="rect">
                <a:avLst/>
              </a:prstGeom>
            </p:spPr>
          </p:pic>
        </p:grpSp>
      </p:grpSp>
      <p:sp>
        <p:nvSpPr>
          <p:cNvPr id="68" name="Rombo 67">
            <a:extLst>
              <a:ext uri="{FF2B5EF4-FFF2-40B4-BE49-F238E27FC236}">
                <a16:creationId xmlns:a16="http://schemas.microsoft.com/office/drawing/2014/main" id="{6FB4D229-4DDC-78A4-1949-7297BF660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2750" y="-1136039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70" name="Rombo 69">
            <a:extLst>
              <a:ext uri="{FF2B5EF4-FFF2-40B4-BE49-F238E27FC236}">
                <a16:creationId xmlns:a16="http://schemas.microsoft.com/office/drawing/2014/main" id="{58E37651-71D2-9D30-0C24-1D4B1150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35689" y="-2298540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72995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3FE53-FE7A-1172-3B14-8599A7387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 hidden="1">
            <a:extLst>
              <a:ext uri="{FF2B5EF4-FFF2-40B4-BE49-F238E27FC236}">
                <a16:creationId xmlns:a16="http://schemas.microsoft.com/office/drawing/2014/main" id="{6FF68684-7948-639F-1006-CEF6859BD83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 8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22A17A5-AEB3-1005-B993-7613C4700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DC78BBD0-2574-EFDA-02EF-2AF4BC2451FC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Sfide e sviluppi futuri</a:t>
            </a: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7C2CFC64-22F9-90B8-F35C-ED4446C36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ttangolo 41">
            <a:extLst>
              <a:ext uri="{FF2B5EF4-FFF2-40B4-BE49-F238E27FC236}">
                <a16:creationId xmlns:a16="http://schemas.microsoft.com/office/drawing/2014/main" id="{2ECB9393-E4F8-85AD-D512-E204FE4F556B}"/>
              </a:ext>
            </a:extLst>
          </p:cNvPr>
          <p:cNvSpPr/>
          <p:nvPr/>
        </p:nvSpPr>
        <p:spPr>
          <a:xfrm>
            <a:off x="940459" y="910696"/>
            <a:ext cx="4850741" cy="4462760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rtl="0">
              <a:spcBef>
                <a:spcPts val="1200"/>
              </a:spcBef>
              <a:buClr>
                <a:schemeClr val="tx2"/>
              </a:buClr>
            </a:pP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Problematiche attuali</a:t>
            </a:r>
          </a:p>
          <a:p>
            <a:pPr marL="285750" indent="-285750" rtl="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Topologia 1-to-1</a:t>
            </a:r>
          </a:p>
          <a:p>
            <a:pPr marL="285750" indent="-285750" rtl="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Stima di degradazione asimmetrica (basata solo sull’esito dei pacchetti inviati, nessun informazione dall’altro peer)</a:t>
            </a:r>
          </a:p>
          <a:p>
            <a:pPr marL="285750" indent="-285750" rtl="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Tempistiche di ARQ non adatte a Hard-RT</a:t>
            </a:r>
          </a:p>
          <a:p>
            <a:pPr marL="285750" indent="-285750" rtl="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Desincronizzazione canale durante HOP</a:t>
            </a:r>
          </a:p>
          <a:p>
            <a:pPr marL="742950" lvl="1" indent="-28575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 scenari dove le perdite sul canale di comunicazione da </a:t>
            </a:r>
            <a:r>
              <a:rPr lang="it-IT" sz="1600" b="1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HOP-SLAVE 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  <a:sym typeface="Wingdings" panose="05000000000000000000" pitchFamily="2" charset="2"/>
              </a:rPr>
              <a:t></a:t>
            </a:r>
            <a:r>
              <a:rPr lang="it-IT" sz="1600" b="1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  <a:sym typeface="Wingdings" panose="05000000000000000000" pitchFamily="2" charset="2"/>
              </a:rPr>
              <a:t> HOP-INITIATOR</a:t>
            </a:r>
            <a:r>
              <a:rPr lang="it-IT" sz="16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  <a:sym typeface="Wingdings" panose="05000000000000000000" pitchFamily="2" charset="2"/>
              </a:rPr>
              <a:t>, 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  <a:sym typeface="Wingdings" panose="05000000000000000000" pitchFamily="2" charset="2"/>
              </a:rPr>
              <a:t>si può verificare che un peer cambia canale e l’altro no.</a:t>
            </a:r>
            <a:endParaRPr lang="it-IT" sz="20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  <a:p>
            <a:pPr>
              <a:spcBef>
                <a:spcPts val="1200"/>
              </a:spcBef>
              <a:buClr>
                <a:schemeClr val="tx2"/>
              </a:buClr>
            </a:pPr>
            <a:endParaRPr lang="it-IT" sz="20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  <a:p>
            <a:pPr>
              <a:spcBef>
                <a:spcPts val="1200"/>
              </a:spcBef>
              <a:buClr>
                <a:schemeClr val="tx2"/>
              </a:buClr>
            </a:pPr>
            <a:endParaRPr lang="it-IT" sz="20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CE07316-B368-2967-AC44-777747DF8FE8}"/>
              </a:ext>
            </a:extLst>
          </p:cNvPr>
          <p:cNvSpPr txBox="1"/>
          <p:nvPr/>
        </p:nvSpPr>
        <p:spPr>
          <a:xfrm>
            <a:off x="6096000" y="910696"/>
            <a:ext cx="561975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chemeClr val="tx2"/>
              </a:buClr>
            </a:pPr>
            <a:r>
              <a:rPr lang="it-IT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Sviluppi futuri</a:t>
            </a:r>
          </a:p>
          <a:p>
            <a:pPr marL="342900" indent="-34290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Stima della degradazione canale indipendente</a:t>
            </a:r>
          </a:p>
          <a:p>
            <a:pPr marL="800100" lvl="1" indent="-34290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Ogni peer elabora la sua stima della qualità di un canale</a:t>
            </a:r>
          </a:p>
          <a:p>
            <a:pPr marL="800100" lvl="1" indent="-34290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Meccanismo di arbitraggio fra richieste hop concorrenti</a:t>
            </a:r>
          </a:p>
          <a:p>
            <a:pPr marL="342900" indent="-34290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Topologie </a:t>
            </a:r>
            <a:r>
              <a:rPr lang="it-IT" sz="16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Mesh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many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-to-</a:t>
            </a:r>
            <a:r>
              <a:rPr lang="it-IT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many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:</a:t>
            </a:r>
          </a:p>
          <a:p>
            <a:pPr marL="800100" lvl="1" indent="-34290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Stima di degradazione </a:t>
            </a:r>
            <a:r>
              <a:rPr lang="it-IT" sz="16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per-link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propagazione di hop in </a:t>
            </a:r>
            <a:r>
              <a:rPr lang="it-IT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flooding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su tutta la rete.</a:t>
            </a:r>
          </a:p>
          <a:p>
            <a:pPr marL="342900" indent="-34290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Aumentare robustezza delle transazioni di HOP</a:t>
            </a:r>
          </a:p>
          <a:p>
            <a:pPr marL="800100" lvl="1" indent="-34290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Desync</a:t>
            </a:r>
            <a:r>
              <a:rPr lang="it-IT" sz="16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detection</a:t>
            </a:r>
            <a:r>
              <a:rPr lang="it-IT" sz="16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(per capire se ci si trova su un canale sbagliato).</a:t>
            </a:r>
          </a:p>
          <a:p>
            <a:pPr marL="800100" lvl="1" indent="-342900"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Hop ciclico, canale di controllo dedicato, </a:t>
            </a:r>
            <a:r>
              <a:rPr lang="it-IT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fallback</a:t>
            </a:r>
            <a:r>
              <a:rPr lang="it-IT" sz="16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channel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in caso di </a:t>
            </a:r>
            <a:r>
              <a:rPr lang="it-IT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desync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  <a:r>
              <a:rPr lang="it-IT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endParaRPr lang="it-IT" sz="16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54765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0CB7F-9B38-56F4-AAEC-57A11BE3C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 hidden="1">
            <a:extLst>
              <a:ext uri="{FF2B5EF4-FFF2-40B4-BE49-F238E27FC236}">
                <a16:creationId xmlns:a16="http://schemas.microsoft.com/office/drawing/2014/main" id="{D3956CA0-2ED9-7F7A-BEE4-08B5911D0F9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 8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F5529C5A-B671-48C1-4149-3F3997C49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2A77C7E4-A2BC-50E5-2507-0A5D55B1D580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Problema di hop</a:t>
            </a: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9CB9F7E4-01B6-DAEE-504B-752D636F8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ttangolo 41">
            <a:extLst>
              <a:ext uri="{FF2B5EF4-FFF2-40B4-BE49-F238E27FC236}">
                <a16:creationId xmlns:a16="http://schemas.microsoft.com/office/drawing/2014/main" id="{281E38FB-4C85-DE5D-8F3A-7598EEB93093}"/>
              </a:ext>
            </a:extLst>
          </p:cNvPr>
          <p:cNvSpPr/>
          <p:nvPr/>
        </p:nvSpPr>
        <p:spPr>
          <a:xfrm>
            <a:off x="940459" y="910696"/>
            <a:ext cx="6210839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spcBef>
                <a:spcPts val="1200"/>
              </a:spcBef>
              <a:buClr>
                <a:schemeClr val="tx2"/>
              </a:buClr>
            </a:pP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Spiegazione dettagliata della sfida nel mantenere un hop in </a:t>
            </a:r>
            <a:r>
              <a:rPr lang="it-IT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sycnc</a:t>
            </a:r>
            <a:endParaRPr lang="it-IT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4" name="Rettangolo: Angoli arrotondati 1">
            <a:extLst>
              <a:ext uri="{FF2B5EF4-FFF2-40B4-BE49-F238E27FC236}">
                <a16:creationId xmlns:a16="http://schemas.microsoft.com/office/drawing/2014/main" id="{A250D873-A68E-3074-7345-63BC41006EE3}"/>
              </a:ext>
            </a:extLst>
          </p:cNvPr>
          <p:cNvSpPr/>
          <p:nvPr/>
        </p:nvSpPr>
        <p:spPr>
          <a:xfrm>
            <a:off x="7031260" y="5229877"/>
            <a:ext cx="3117627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/>
              <a:t>5G URLLC (HARQ) ?</a:t>
            </a:r>
            <a:endParaRPr lang="it-IT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49963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7195B-8021-F64F-EDB5-950F26B7F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 hidden="1">
            <a:extLst>
              <a:ext uri="{FF2B5EF4-FFF2-40B4-BE49-F238E27FC236}">
                <a16:creationId xmlns:a16="http://schemas.microsoft.com/office/drawing/2014/main" id="{F4734B1B-62E8-3FC1-58B5-397504776B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 8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AC6EF13-F531-CF73-F7B3-AA52A4815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30443AE8-D196-CD5D-1304-98DA49D9957A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Confronto con HARQ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756630AF-81C8-BDAA-CB69-8225E3F40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ttangolo 41">
            <a:extLst>
              <a:ext uri="{FF2B5EF4-FFF2-40B4-BE49-F238E27FC236}">
                <a16:creationId xmlns:a16="http://schemas.microsoft.com/office/drawing/2014/main" id="{3B49501A-E8BF-BFF3-C782-96906C83188E}"/>
              </a:ext>
            </a:extLst>
          </p:cNvPr>
          <p:cNvSpPr/>
          <p:nvPr/>
        </p:nvSpPr>
        <p:spPr>
          <a:xfrm>
            <a:off x="940459" y="910696"/>
            <a:ext cx="6210839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spcBef>
                <a:spcPts val="1200"/>
              </a:spcBef>
              <a:buClr>
                <a:schemeClr val="tx2"/>
              </a:buClr>
            </a:pP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Spiegazione dettagliata della sfida nel mantenere un hop in </a:t>
            </a:r>
            <a:r>
              <a:rPr lang="it-IT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sycnc</a:t>
            </a:r>
            <a:endParaRPr lang="it-IT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4" name="Rettangolo: Angoli arrotondati 1">
            <a:extLst>
              <a:ext uri="{FF2B5EF4-FFF2-40B4-BE49-F238E27FC236}">
                <a16:creationId xmlns:a16="http://schemas.microsoft.com/office/drawing/2014/main" id="{721C43DF-6097-671F-EAD5-C58D54764605}"/>
              </a:ext>
            </a:extLst>
          </p:cNvPr>
          <p:cNvSpPr/>
          <p:nvPr/>
        </p:nvSpPr>
        <p:spPr>
          <a:xfrm>
            <a:off x="7031260" y="5229877"/>
            <a:ext cx="3117627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/>
              <a:t>5G URLLC (HARQ) ?</a:t>
            </a:r>
            <a:endParaRPr lang="it-IT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90739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C9E86-C418-CE19-91E1-D9A6701B4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e 22">
            <a:extLst>
              <a:ext uri="{FF2B5EF4-FFF2-40B4-BE49-F238E27FC236}">
                <a16:creationId xmlns:a16="http://schemas.microsoft.com/office/drawing/2014/main" id="{6259F39A-F220-BF07-3D3E-E1B846C1D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1626" y="1720850"/>
            <a:ext cx="3968750" cy="39687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4" name="Titolo 3" hidden="1">
            <a:extLst>
              <a:ext uri="{FF2B5EF4-FFF2-40B4-BE49-F238E27FC236}">
                <a16:creationId xmlns:a16="http://schemas.microsoft.com/office/drawing/2014/main" id="{D124A822-6127-8FC1-6570-8E189061F90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 2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1BDE3F12-B26B-9F23-BF2B-84A6F5E9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FE533DEE-5367-EA2C-F2AA-B97C08DE060D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Stato dell’arte</a:t>
            </a:r>
            <a:b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A5A8835A-72B5-58E3-49C0-8000F177E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7E3F402F-87A4-E47E-946B-05DAA4B22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sz="1500" b="1" dirty="0">
                <a:latin typeface="+mj-lt"/>
              </a:rPr>
              <a:t>State of the Art</a:t>
            </a:r>
          </a:p>
        </p:txBody>
      </p:sp>
      <p:sp>
        <p:nvSpPr>
          <p:cNvPr id="16" name="Rettangolo: Angoli arrotondati 15">
            <a:extLst>
              <a:ext uri="{FF2B5EF4-FFF2-40B4-BE49-F238E27FC236}">
                <a16:creationId xmlns:a16="http://schemas.microsoft.com/office/drawing/2014/main" id="{A03CE7F9-EA48-525E-C3C9-A8ACAD28C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sz="1600" dirty="0"/>
              <a:t>SPECIFICA</a:t>
            </a: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373E8583-4023-F0C3-76E1-B0838AA13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19" name="Rettangolo: Angoli arrotondati 18">
            <a:extLst>
              <a:ext uri="{FF2B5EF4-FFF2-40B4-BE49-F238E27FC236}">
                <a16:creationId xmlns:a16="http://schemas.microsoft.com/office/drawing/2014/main" id="{9F263F50-924A-2EF6-37AD-4389E1A7D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025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sz="1600" dirty="0"/>
              <a:t>DESIGN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C6E46A7E-1494-E8D7-C2F6-8423F840A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0264" y="323532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21" name="Rettangolo: Angoli arrotondati 20">
            <a:extLst>
              <a:ext uri="{FF2B5EF4-FFF2-40B4-BE49-F238E27FC236}">
                <a16:creationId xmlns:a16="http://schemas.microsoft.com/office/drawing/2014/main" id="{60278384-244D-24F4-FBFC-827DC649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sz="1600" dirty="0"/>
              <a:t>SVILUPPO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E0F2107D-6C21-3CF0-16F2-FB2174945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5055576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25" name="Rettangolo: Angoli arrotondati 24">
            <a:extLst>
              <a:ext uri="{FF2B5EF4-FFF2-40B4-BE49-F238E27FC236}">
                <a16:creationId xmlns:a16="http://schemas.microsoft.com/office/drawing/2014/main" id="{4BFBB6EB-BB22-4F52-76B2-8B5E9AC99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sz="1600" dirty="0"/>
              <a:t>ANALISI</a:t>
            </a:r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65133920-22EC-9248-AE72-C5FBEA21A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27" name="Rettangolo: Angoli arrotondati 26">
            <a:extLst>
              <a:ext uri="{FF2B5EF4-FFF2-40B4-BE49-F238E27FC236}">
                <a16:creationId xmlns:a16="http://schemas.microsoft.com/office/drawing/2014/main" id="{BE6703CC-644A-36BD-6B71-F5200C05D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sz="1600" dirty="0"/>
              <a:t>IMPLEMENTAZIONE</a:t>
            </a: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2D47FF05-8718-3A43-A9B3-9B61C9C94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29" name="Rettangolo: Angoli arrotondati 28">
            <a:extLst>
              <a:ext uri="{FF2B5EF4-FFF2-40B4-BE49-F238E27FC236}">
                <a16:creationId xmlns:a16="http://schemas.microsoft.com/office/drawing/2014/main" id="{698EE6AC-321F-09EB-CE89-E988EA0D8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sz="1600" dirty="0"/>
              <a:t>TEST</a:t>
            </a: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23BF35E6-088B-62A8-BD55-9B85E17CA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5055576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grpSp>
        <p:nvGrpSpPr>
          <p:cNvPr id="31" name="Gruppo 30" descr="Icone di grafico a barre e grafico a linee.">
            <a:extLst>
              <a:ext uri="{FF2B5EF4-FFF2-40B4-BE49-F238E27FC236}">
                <a16:creationId xmlns:a16="http://schemas.microsoft.com/office/drawing/2014/main" id="{C628206E-C263-607A-E164-03EBF6536255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igura a mano libera 372">
              <a:extLst>
                <a:ext uri="{FF2B5EF4-FFF2-40B4-BE49-F238E27FC236}">
                  <a16:creationId xmlns:a16="http://schemas.microsoft.com/office/drawing/2014/main" id="{C3583CB7-4DAA-5295-3965-B1442F8D2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33" name="Figura a mano libera 373">
              <a:extLst>
                <a:ext uri="{FF2B5EF4-FFF2-40B4-BE49-F238E27FC236}">
                  <a16:creationId xmlns:a16="http://schemas.microsoft.com/office/drawing/2014/main" id="{BA9F07D2-B665-3197-E06D-C36255AA7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sp>
        <p:nvSpPr>
          <p:cNvPr id="34" name="Figura a mano libera 1676" descr="Icona di casella di controllo. ">
            <a:extLst>
              <a:ext uri="{FF2B5EF4-FFF2-40B4-BE49-F238E27FC236}">
                <a16:creationId xmlns:a16="http://schemas.microsoft.com/office/drawing/2014/main" id="{C337E581-380A-8108-7435-81128ACFCCC9}"/>
              </a:ext>
            </a:extLst>
          </p:cNvPr>
          <p:cNvSpPr>
            <a:spLocks noEditPoints="1"/>
          </p:cNvSpPr>
          <p:nvPr/>
        </p:nvSpPr>
        <p:spPr bwMode="auto">
          <a:xfrm>
            <a:off x="7129621" y="1811496"/>
            <a:ext cx="345758" cy="345758"/>
          </a:xfrm>
          <a:custGeom>
            <a:avLst/>
            <a:gdLst>
              <a:gd name="T0" fmla="*/ 374 w 719"/>
              <a:gd name="T1" fmla="*/ 267 h 719"/>
              <a:gd name="T2" fmla="*/ 366 w 719"/>
              <a:gd name="T3" fmla="*/ 263 h 719"/>
              <a:gd name="T4" fmla="*/ 362 w 719"/>
              <a:gd name="T5" fmla="*/ 254 h 719"/>
              <a:gd name="T6" fmla="*/ 366 w 719"/>
              <a:gd name="T7" fmla="*/ 247 h 719"/>
              <a:gd name="T8" fmla="*/ 374 w 719"/>
              <a:gd name="T9" fmla="*/ 243 h 719"/>
              <a:gd name="T10" fmla="*/ 621 w 719"/>
              <a:gd name="T11" fmla="*/ 244 h 719"/>
              <a:gd name="T12" fmla="*/ 627 w 719"/>
              <a:gd name="T13" fmla="*/ 250 h 719"/>
              <a:gd name="T14" fmla="*/ 627 w 719"/>
              <a:gd name="T15" fmla="*/ 260 h 719"/>
              <a:gd name="T16" fmla="*/ 621 w 719"/>
              <a:gd name="T17" fmla="*/ 265 h 719"/>
              <a:gd name="T18" fmla="*/ 616 w 719"/>
              <a:gd name="T19" fmla="*/ 528 h 719"/>
              <a:gd name="T20" fmla="*/ 370 w 719"/>
              <a:gd name="T21" fmla="*/ 527 h 719"/>
              <a:gd name="T22" fmla="*/ 363 w 719"/>
              <a:gd name="T23" fmla="*/ 521 h 719"/>
              <a:gd name="T24" fmla="*/ 363 w 719"/>
              <a:gd name="T25" fmla="*/ 512 h 719"/>
              <a:gd name="T26" fmla="*/ 370 w 719"/>
              <a:gd name="T27" fmla="*/ 505 h 719"/>
              <a:gd name="T28" fmla="*/ 616 w 719"/>
              <a:gd name="T29" fmla="*/ 504 h 719"/>
              <a:gd name="T30" fmla="*/ 625 w 719"/>
              <a:gd name="T31" fmla="*/ 507 h 719"/>
              <a:gd name="T32" fmla="*/ 628 w 719"/>
              <a:gd name="T33" fmla="*/ 516 h 719"/>
              <a:gd name="T34" fmla="*/ 625 w 719"/>
              <a:gd name="T35" fmla="*/ 525 h 719"/>
              <a:gd name="T36" fmla="*/ 616 w 719"/>
              <a:gd name="T37" fmla="*/ 528 h 719"/>
              <a:gd name="T38" fmla="*/ 171 w 719"/>
              <a:gd name="T39" fmla="*/ 279 h 719"/>
              <a:gd name="T40" fmla="*/ 164 w 719"/>
              <a:gd name="T41" fmla="*/ 282 h 719"/>
              <a:gd name="T42" fmla="*/ 155 w 719"/>
              <a:gd name="T43" fmla="*/ 279 h 719"/>
              <a:gd name="T44" fmla="*/ 92 w 719"/>
              <a:gd name="T45" fmla="*/ 214 h 719"/>
              <a:gd name="T46" fmla="*/ 92 w 719"/>
              <a:gd name="T47" fmla="*/ 205 h 719"/>
              <a:gd name="T48" fmla="*/ 98 w 719"/>
              <a:gd name="T49" fmla="*/ 198 h 719"/>
              <a:gd name="T50" fmla="*/ 107 w 719"/>
              <a:gd name="T51" fmla="*/ 198 h 719"/>
              <a:gd name="T52" fmla="*/ 164 w 719"/>
              <a:gd name="T53" fmla="*/ 253 h 719"/>
              <a:gd name="T54" fmla="*/ 309 w 719"/>
              <a:gd name="T55" fmla="*/ 109 h 719"/>
              <a:gd name="T56" fmla="*/ 318 w 719"/>
              <a:gd name="T57" fmla="*/ 109 h 719"/>
              <a:gd name="T58" fmla="*/ 325 w 719"/>
              <a:gd name="T59" fmla="*/ 114 h 719"/>
              <a:gd name="T60" fmla="*/ 325 w 719"/>
              <a:gd name="T61" fmla="*/ 124 h 719"/>
              <a:gd name="T62" fmla="*/ 323 w 719"/>
              <a:gd name="T63" fmla="*/ 414 h 719"/>
              <a:gd name="T64" fmla="*/ 168 w 719"/>
              <a:gd name="T65" fmla="*/ 568 h 719"/>
              <a:gd name="T66" fmla="*/ 158 w 719"/>
              <a:gd name="T67" fmla="*/ 568 h 719"/>
              <a:gd name="T68" fmla="*/ 94 w 719"/>
              <a:gd name="T69" fmla="*/ 505 h 719"/>
              <a:gd name="T70" fmla="*/ 91 w 719"/>
              <a:gd name="T71" fmla="*/ 497 h 719"/>
              <a:gd name="T72" fmla="*/ 94 w 719"/>
              <a:gd name="T73" fmla="*/ 488 h 719"/>
              <a:gd name="T74" fmla="*/ 103 w 719"/>
              <a:gd name="T75" fmla="*/ 485 h 719"/>
              <a:gd name="T76" fmla="*/ 111 w 719"/>
              <a:gd name="T77" fmla="*/ 488 h 719"/>
              <a:gd name="T78" fmla="*/ 306 w 719"/>
              <a:gd name="T79" fmla="*/ 397 h 719"/>
              <a:gd name="T80" fmla="*/ 314 w 719"/>
              <a:gd name="T81" fmla="*/ 394 h 719"/>
              <a:gd name="T82" fmla="*/ 323 w 719"/>
              <a:gd name="T83" fmla="*/ 398 h 719"/>
              <a:gd name="T84" fmla="*/ 326 w 719"/>
              <a:gd name="T85" fmla="*/ 406 h 719"/>
              <a:gd name="T86" fmla="*/ 323 w 719"/>
              <a:gd name="T87" fmla="*/ 414 h 719"/>
              <a:gd name="T88" fmla="*/ 12 w 719"/>
              <a:gd name="T89" fmla="*/ 0 h 719"/>
              <a:gd name="T90" fmla="*/ 3 w 719"/>
              <a:gd name="T91" fmla="*/ 5 h 719"/>
              <a:gd name="T92" fmla="*/ 0 w 719"/>
              <a:gd name="T93" fmla="*/ 13 h 719"/>
              <a:gd name="T94" fmla="*/ 1 w 719"/>
              <a:gd name="T95" fmla="*/ 713 h 719"/>
              <a:gd name="T96" fmla="*/ 8 w 719"/>
              <a:gd name="T97" fmla="*/ 719 h 719"/>
              <a:gd name="T98" fmla="*/ 707 w 719"/>
              <a:gd name="T99" fmla="*/ 719 h 719"/>
              <a:gd name="T100" fmla="*/ 716 w 719"/>
              <a:gd name="T101" fmla="*/ 716 h 719"/>
              <a:gd name="T102" fmla="*/ 719 w 719"/>
              <a:gd name="T103" fmla="*/ 707 h 719"/>
              <a:gd name="T104" fmla="*/ 718 w 719"/>
              <a:gd name="T105" fmla="*/ 8 h 719"/>
              <a:gd name="T106" fmla="*/ 711 w 719"/>
              <a:gd name="T107" fmla="*/ 2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19" h="719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35" name="Figura a mano libera 4665" descr="Icona di grafico. ">
            <a:extLst>
              <a:ext uri="{FF2B5EF4-FFF2-40B4-BE49-F238E27FC236}">
                <a16:creationId xmlns:a16="http://schemas.microsoft.com/office/drawing/2014/main" id="{01237DB7-7340-5DB0-DEB2-78FA9E2250B7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grpSp>
        <p:nvGrpSpPr>
          <p:cNvPr id="36" name="Gruppo 35" descr="Icona di persona e ingranaggio. ">
            <a:extLst>
              <a:ext uri="{FF2B5EF4-FFF2-40B4-BE49-F238E27FC236}">
                <a16:creationId xmlns:a16="http://schemas.microsoft.com/office/drawing/2014/main" id="{7B3F5BD5-E2AB-8601-AFE6-2B389D088267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igura a mano libera 3673">
              <a:extLst>
                <a:ext uri="{FF2B5EF4-FFF2-40B4-BE49-F238E27FC236}">
                  <a16:creationId xmlns:a16="http://schemas.microsoft.com/office/drawing/2014/main" id="{D977FD5F-BBA0-7077-15BA-6B49687C9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38" name="Figura a mano libera 3674">
              <a:extLst>
                <a:ext uri="{FF2B5EF4-FFF2-40B4-BE49-F238E27FC236}">
                  <a16:creationId xmlns:a16="http://schemas.microsoft.com/office/drawing/2014/main" id="{CDF52E00-DCFB-CDFF-B6EE-480561F135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grpSp>
        <p:nvGrpSpPr>
          <p:cNvPr id="39" name="Gruppo 38" descr="Icona di ingranaggi. ">
            <a:extLst>
              <a:ext uri="{FF2B5EF4-FFF2-40B4-BE49-F238E27FC236}">
                <a16:creationId xmlns:a16="http://schemas.microsoft.com/office/drawing/2014/main" id="{39DA0199-3D7C-BA1F-0D25-22AD9629E868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igura a mano libera 4359">
              <a:extLst>
                <a:ext uri="{FF2B5EF4-FFF2-40B4-BE49-F238E27FC236}">
                  <a16:creationId xmlns:a16="http://schemas.microsoft.com/office/drawing/2014/main" id="{F2B1854F-CBAB-F75B-CE19-7407C85CEF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41" name="Figura a mano libera 4360">
              <a:extLst>
                <a:ext uri="{FF2B5EF4-FFF2-40B4-BE49-F238E27FC236}">
                  <a16:creationId xmlns:a16="http://schemas.microsoft.com/office/drawing/2014/main" id="{6D8FC68E-29C4-6E2B-1DAA-157EC4CBC0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sp>
        <p:nvSpPr>
          <p:cNvPr id="42" name="Figura a mano libera 4346" descr="Icona di grafico a scatola e baffi. ">
            <a:extLst>
              <a:ext uri="{FF2B5EF4-FFF2-40B4-BE49-F238E27FC236}">
                <a16:creationId xmlns:a16="http://schemas.microsoft.com/office/drawing/2014/main" id="{62FB714E-31E0-4F22-7635-B038761E42AA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11201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e 22">
            <a:extLst>
              <a:ext uri="{FF2B5EF4-FFF2-40B4-BE49-F238E27FC236}">
                <a16:creationId xmlns:a16="http://schemas.microsoft.com/office/drawing/2014/main" id="{364CFD90-D0E1-4BC3-9D8B-7503E263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1626" y="1720850"/>
            <a:ext cx="3968750" cy="39687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4" name="Titolo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 2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Overview</a:t>
            </a:r>
            <a:b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E3ECCC05-FF78-40FA-84FF-172821D8B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sz="1500" b="1" dirty="0">
                <a:latin typeface="+mj-lt"/>
              </a:rPr>
              <a:t>PROGETTO</a:t>
            </a:r>
          </a:p>
        </p:txBody>
      </p:sp>
      <p:sp>
        <p:nvSpPr>
          <p:cNvPr id="16" name="Rettangolo: Angoli arrotondati 15">
            <a:extLst>
              <a:ext uri="{FF2B5EF4-FFF2-40B4-BE49-F238E27FC236}">
                <a16:creationId xmlns:a16="http://schemas.microsoft.com/office/drawing/2014/main" id="{D6178536-4D8A-4FF2-BBDC-4B3E7E0FC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sz="1600" dirty="0"/>
              <a:t>SPECIFICA</a:t>
            </a: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416F1356-9015-4B5C-9C64-3C1D963E5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19" name="Rettangolo: Angoli arrotondati 18">
            <a:extLst>
              <a:ext uri="{FF2B5EF4-FFF2-40B4-BE49-F238E27FC236}">
                <a16:creationId xmlns:a16="http://schemas.microsoft.com/office/drawing/2014/main" id="{EB7F2E37-0ACF-4E8A-9C1D-EC5B65BA2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025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sz="1600" dirty="0"/>
              <a:t>DESIGN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88F812F5-70AF-4FBD-80D9-D59B3C456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0264" y="323532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21" name="Rettangolo: Angoli arrotondati 20">
            <a:extLst>
              <a:ext uri="{FF2B5EF4-FFF2-40B4-BE49-F238E27FC236}">
                <a16:creationId xmlns:a16="http://schemas.microsoft.com/office/drawing/2014/main" id="{952C5002-7E64-4069-ACA0-6876E54A9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sz="1600" dirty="0"/>
              <a:t>SVILUPPO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A49C5F3A-6F0D-4A0F-AE6E-92F342C22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5055576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25" name="Rettangolo: Angoli arrotondati 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sz="1600" dirty="0"/>
              <a:t>ANALISI</a:t>
            </a:r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BBC62739-FA35-49F8-8929-743B31F55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27" name="Rettangolo: Angoli arrotondati 26">
            <a:extLst>
              <a:ext uri="{FF2B5EF4-FFF2-40B4-BE49-F238E27FC236}">
                <a16:creationId xmlns:a16="http://schemas.microsoft.com/office/drawing/2014/main" id="{71BB375D-5EE6-4428-9817-2C7DB6B94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sz="1600" dirty="0"/>
              <a:t>IMPLEMENTAZIONE</a:t>
            </a: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B3A511B7-C7F3-4107-9962-1E10D2E0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29" name="Rettangolo: Angoli arrotondati 28">
            <a:extLst>
              <a:ext uri="{FF2B5EF4-FFF2-40B4-BE49-F238E27FC236}">
                <a16:creationId xmlns:a16="http://schemas.microsoft.com/office/drawing/2014/main" id="{D4D7D4B6-62C2-45AB-89A5-3A41DA02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sz="1600" dirty="0"/>
              <a:t>TEST</a:t>
            </a: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83902602-D4BC-4D44-AC14-BB55A86C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5055576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grpSp>
        <p:nvGrpSpPr>
          <p:cNvPr id="31" name="Gruppo 30" descr="Icone di grafico a barre e grafico a linee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igura a mano libera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33" name="Figura a mano libera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sp>
        <p:nvSpPr>
          <p:cNvPr id="34" name="Figura a mano libera 1676" descr="Icona di casella di controllo. ">
            <a:extLst>
              <a:ext uri="{FF2B5EF4-FFF2-40B4-BE49-F238E27FC236}">
                <a16:creationId xmlns:a16="http://schemas.microsoft.com/office/drawing/2014/main" id="{6FB02354-C73F-4DCF-8004-E9CCA66963EA}"/>
              </a:ext>
            </a:extLst>
          </p:cNvPr>
          <p:cNvSpPr>
            <a:spLocks noEditPoints="1"/>
          </p:cNvSpPr>
          <p:nvPr/>
        </p:nvSpPr>
        <p:spPr bwMode="auto">
          <a:xfrm>
            <a:off x="7129621" y="1811496"/>
            <a:ext cx="345758" cy="345758"/>
          </a:xfrm>
          <a:custGeom>
            <a:avLst/>
            <a:gdLst>
              <a:gd name="T0" fmla="*/ 374 w 719"/>
              <a:gd name="T1" fmla="*/ 267 h 719"/>
              <a:gd name="T2" fmla="*/ 366 w 719"/>
              <a:gd name="T3" fmla="*/ 263 h 719"/>
              <a:gd name="T4" fmla="*/ 362 w 719"/>
              <a:gd name="T5" fmla="*/ 254 h 719"/>
              <a:gd name="T6" fmla="*/ 366 w 719"/>
              <a:gd name="T7" fmla="*/ 247 h 719"/>
              <a:gd name="T8" fmla="*/ 374 w 719"/>
              <a:gd name="T9" fmla="*/ 243 h 719"/>
              <a:gd name="T10" fmla="*/ 621 w 719"/>
              <a:gd name="T11" fmla="*/ 244 h 719"/>
              <a:gd name="T12" fmla="*/ 627 w 719"/>
              <a:gd name="T13" fmla="*/ 250 h 719"/>
              <a:gd name="T14" fmla="*/ 627 w 719"/>
              <a:gd name="T15" fmla="*/ 260 h 719"/>
              <a:gd name="T16" fmla="*/ 621 w 719"/>
              <a:gd name="T17" fmla="*/ 265 h 719"/>
              <a:gd name="T18" fmla="*/ 616 w 719"/>
              <a:gd name="T19" fmla="*/ 528 h 719"/>
              <a:gd name="T20" fmla="*/ 370 w 719"/>
              <a:gd name="T21" fmla="*/ 527 h 719"/>
              <a:gd name="T22" fmla="*/ 363 w 719"/>
              <a:gd name="T23" fmla="*/ 521 h 719"/>
              <a:gd name="T24" fmla="*/ 363 w 719"/>
              <a:gd name="T25" fmla="*/ 512 h 719"/>
              <a:gd name="T26" fmla="*/ 370 w 719"/>
              <a:gd name="T27" fmla="*/ 505 h 719"/>
              <a:gd name="T28" fmla="*/ 616 w 719"/>
              <a:gd name="T29" fmla="*/ 504 h 719"/>
              <a:gd name="T30" fmla="*/ 625 w 719"/>
              <a:gd name="T31" fmla="*/ 507 h 719"/>
              <a:gd name="T32" fmla="*/ 628 w 719"/>
              <a:gd name="T33" fmla="*/ 516 h 719"/>
              <a:gd name="T34" fmla="*/ 625 w 719"/>
              <a:gd name="T35" fmla="*/ 525 h 719"/>
              <a:gd name="T36" fmla="*/ 616 w 719"/>
              <a:gd name="T37" fmla="*/ 528 h 719"/>
              <a:gd name="T38" fmla="*/ 171 w 719"/>
              <a:gd name="T39" fmla="*/ 279 h 719"/>
              <a:gd name="T40" fmla="*/ 164 w 719"/>
              <a:gd name="T41" fmla="*/ 282 h 719"/>
              <a:gd name="T42" fmla="*/ 155 w 719"/>
              <a:gd name="T43" fmla="*/ 279 h 719"/>
              <a:gd name="T44" fmla="*/ 92 w 719"/>
              <a:gd name="T45" fmla="*/ 214 h 719"/>
              <a:gd name="T46" fmla="*/ 92 w 719"/>
              <a:gd name="T47" fmla="*/ 205 h 719"/>
              <a:gd name="T48" fmla="*/ 98 w 719"/>
              <a:gd name="T49" fmla="*/ 198 h 719"/>
              <a:gd name="T50" fmla="*/ 107 w 719"/>
              <a:gd name="T51" fmla="*/ 198 h 719"/>
              <a:gd name="T52" fmla="*/ 164 w 719"/>
              <a:gd name="T53" fmla="*/ 253 h 719"/>
              <a:gd name="T54" fmla="*/ 309 w 719"/>
              <a:gd name="T55" fmla="*/ 109 h 719"/>
              <a:gd name="T56" fmla="*/ 318 w 719"/>
              <a:gd name="T57" fmla="*/ 109 h 719"/>
              <a:gd name="T58" fmla="*/ 325 w 719"/>
              <a:gd name="T59" fmla="*/ 114 h 719"/>
              <a:gd name="T60" fmla="*/ 325 w 719"/>
              <a:gd name="T61" fmla="*/ 124 h 719"/>
              <a:gd name="T62" fmla="*/ 323 w 719"/>
              <a:gd name="T63" fmla="*/ 414 h 719"/>
              <a:gd name="T64" fmla="*/ 168 w 719"/>
              <a:gd name="T65" fmla="*/ 568 h 719"/>
              <a:gd name="T66" fmla="*/ 158 w 719"/>
              <a:gd name="T67" fmla="*/ 568 h 719"/>
              <a:gd name="T68" fmla="*/ 94 w 719"/>
              <a:gd name="T69" fmla="*/ 505 h 719"/>
              <a:gd name="T70" fmla="*/ 91 w 719"/>
              <a:gd name="T71" fmla="*/ 497 h 719"/>
              <a:gd name="T72" fmla="*/ 94 w 719"/>
              <a:gd name="T73" fmla="*/ 488 h 719"/>
              <a:gd name="T74" fmla="*/ 103 w 719"/>
              <a:gd name="T75" fmla="*/ 485 h 719"/>
              <a:gd name="T76" fmla="*/ 111 w 719"/>
              <a:gd name="T77" fmla="*/ 488 h 719"/>
              <a:gd name="T78" fmla="*/ 306 w 719"/>
              <a:gd name="T79" fmla="*/ 397 h 719"/>
              <a:gd name="T80" fmla="*/ 314 w 719"/>
              <a:gd name="T81" fmla="*/ 394 h 719"/>
              <a:gd name="T82" fmla="*/ 323 w 719"/>
              <a:gd name="T83" fmla="*/ 398 h 719"/>
              <a:gd name="T84" fmla="*/ 326 w 719"/>
              <a:gd name="T85" fmla="*/ 406 h 719"/>
              <a:gd name="T86" fmla="*/ 323 w 719"/>
              <a:gd name="T87" fmla="*/ 414 h 719"/>
              <a:gd name="T88" fmla="*/ 12 w 719"/>
              <a:gd name="T89" fmla="*/ 0 h 719"/>
              <a:gd name="T90" fmla="*/ 3 w 719"/>
              <a:gd name="T91" fmla="*/ 5 h 719"/>
              <a:gd name="T92" fmla="*/ 0 w 719"/>
              <a:gd name="T93" fmla="*/ 13 h 719"/>
              <a:gd name="T94" fmla="*/ 1 w 719"/>
              <a:gd name="T95" fmla="*/ 713 h 719"/>
              <a:gd name="T96" fmla="*/ 8 w 719"/>
              <a:gd name="T97" fmla="*/ 719 h 719"/>
              <a:gd name="T98" fmla="*/ 707 w 719"/>
              <a:gd name="T99" fmla="*/ 719 h 719"/>
              <a:gd name="T100" fmla="*/ 716 w 719"/>
              <a:gd name="T101" fmla="*/ 716 h 719"/>
              <a:gd name="T102" fmla="*/ 719 w 719"/>
              <a:gd name="T103" fmla="*/ 707 h 719"/>
              <a:gd name="T104" fmla="*/ 718 w 719"/>
              <a:gd name="T105" fmla="*/ 8 h 719"/>
              <a:gd name="T106" fmla="*/ 711 w 719"/>
              <a:gd name="T107" fmla="*/ 2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19" h="719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35" name="Figura a mano libera 4665" descr="Icona di grafico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grpSp>
        <p:nvGrpSpPr>
          <p:cNvPr id="36" name="Gruppo 35" descr="Icona di persona e ingranaggio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igura a mano libera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38" name="Figura a mano libera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grpSp>
        <p:nvGrpSpPr>
          <p:cNvPr id="39" name="Gruppo 38" descr="Icona di ingranaggi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igura a mano libera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41" name="Figura a mano libera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sp>
        <p:nvSpPr>
          <p:cNvPr id="42" name="Figura a mano libera 4346" descr="Icona di grafico a scatola e baffi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 3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Analisi del progetto</a:t>
            </a:r>
            <a:b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rapezio 1">
            <a:extLst>
              <a:ext uri="{FF2B5EF4-FFF2-40B4-BE49-F238E27FC236}">
                <a16:creationId xmlns:a16="http://schemas.microsoft.com/office/drawing/2014/main" id="{5B804E9F-B6B5-41F9-9B63-9AF435FD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405667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43" name="Trapezio 42">
            <a:extLst>
              <a:ext uri="{FF2B5EF4-FFF2-40B4-BE49-F238E27FC236}">
                <a16:creationId xmlns:a16="http://schemas.microsoft.com/office/drawing/2014/main" id="{0092C447-C8E1-4B12-B012-E6D21CBB1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761132" y="2673357"/>
            <a:ext cx="4336142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44" name="Trapezio 43">
            <a:extLst>
              <a:ext uri="{FF2B5EF4-FFF2-40B4-BE49-F238E27FC236}">
                <a16:creationId xmlns:a16="http://schemas.microsoft.com/office/drawing/2014/main" id="{7E139379-1914-4446-8D6D-984A47041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927930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45" name="Trapezio 44">
            <a:extLst>
              <a:ext uri="{FF2B5EF4-FFF2-40B4-BE49-F238E27FC236}">
                <a16:creationId xmlns:a16="http://schemas.microsoft.com/office/drawing/2014/main" id="{F79B51BB-1B30-4ED8-B26D-21EE8BC67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094728" y="2631261"/>
            <a:ext cx="4336142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46" name="Trapezio 45">
            <a:extLst>
              <a:ext uri="{FF2B5EF4-FFF2-40B4-BE49-F238E27FC236}">
                <a16:creationId xmlns:a16="http://schemas.microsoft.com/office/drawing/2014/main" id="{89DA262E-0502-4E65-8ABA-E063880EA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263685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3F19BFA5-D0CA-4CF0-8499-504D956B6563}"/>
              </a:ext>
            </a:extLst>
          </p:cNvPr>
          <p:cNvSpPr/>
          <p:nvPr/>
        </p:nvSpPr>
        <p:spPr>
          <a:xfrm>
            <a:off x="1076604" y="2886560"/>
            <a:ext cx="1371600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it-IT" sz="1600" b="1" dirty="0">
                <a:solidFill>
                  <a:schemeClr val="bg1"/>
                </a:solidFill>
              </a:rPr>
              <a:t>ANALISI DI MERCATO</a:t>
            </a: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1751D31D-3535-411D-8BAC-95CCC90AB185}"/>
              </a:ext>
            </a:extLst>
          </p:cNvPr>
          <p:cNvSpPr/>
          <p:nvPr/>
        </p:nvSpPr>
        <p:spPr>
          <a:xfrm>
            <a:off x="3243403" y="2886560"/>
            <a:ext cx="1371600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it-IT" sz="1600" b="1" dirty="0">
                <a:solidFill>
                  <a:schemeClr val="bg1"/>
                </a:solidFill>
              </a:rPr>
              <a:t>ANALISI TECNICA</a:t>
            </a: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FA4D735A-8F75-4E2A-8F1A-CC303B0718BA}"/>
              </a:ext>
            </a:extLst>
          </p:cNvPr>
          <p:cNvSpPr/>
          <p:nvPr/>
        </p:nvSpPr>
        <p:spPr>
          <a:xfrm>
            <a:off x="5410201" y="2886560"/>
            <a:ext cx="1371600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it-IT" sz="1600" b="1" dirty="0">
                <a:solidFill>
                  <a:schemeClr val="bg1"/>
                </a:solidFill>
              </a:rPr>
              <a:t>ANALISI FINANZIARIA</a:t>
            </a:r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54AB9282-0505-49EB-AABF-998083225E3A}"/>
              </a:ext>
            </a:extLst>
          </p:cNvPr>
          <p:cNvSpPr/>
          <p:nvPr/>
        </p:nvSpPr>
        <p:spPr>
          <a:xfrm>
            <a:off x="7577000" y="2886560"/>
            <a:ext cx="1371600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it-IT" sz="1600" b="1" dirty="0">
                <a:solidFill>
                  <a:schemeClr val="bg1"/>
                </a:solidFill>
              </a:rPr>
              <a:t>ANALISI ECONOMICA</a:t>
            </a:r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D668C4B5-BCEC-465A-ADA5-6A054B15F7A3}"/>
              </a:ext>
            </a:extLst>
          </p:cNvPr>
          <p:cNvSpPr/>
          <p:nvPr/>
        </p:nvSpPr>
        <p:spPr>
          <a:xfrm>
            <a:off x="9745956" y="2886560"/>
            <a:ext cx="1371600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it-IT" sz="1600" b="1" dirty="0">
                <a:solidFill>
                  <a:schemeClr val="bg1"/>
                </a:solidFill>
              </a:rPr>
              <a:t>ANALISI ECOLOGICA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8AA18108-5B8B-4147-84A7-D30A16BEC4EA}"/>
              </a:ext>
            </a:extLst>
          </p:cNvPr>
          <p:cNvSpPr/>
          <p:nvPr/>
        </p:nvSpPr>
        <p:spPr>
          <a:xfrm>
            <a:off x="886383" y="3653603"/>
            <a:ext cx="1752042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ut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labore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et dolore magna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aliqua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A8534162-B6E2-4579-9DAD-AD8DE07459BC}"/>
              </a:ext>
            </a:extLst>
          </p:cNvPr>
          <p:cNvSpPr/>
          <p:nvPr/>
        </p:nvSpPr>
        <p:spPr>
          <a:xfrm>
            <a:off x="3053182" y="3653603"/>
            <a:ext cx="1752042" cy="1441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ut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labore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et dolore magna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aliqua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E1535E1C-6EBC-45D8-BCE1-D5B947A61FB6}"/>
              </a:ext>
            </a:extLst>
          </p:cNvPr>
          <p:cNvSpPr/>
          <p:nvPr/>
        </p:nvSpPr>
        <p:spPr>
          <a:xfrm>
            <a:off x="5219979" y="3653603"/>
            <a:ext cx="1752042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ut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labore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et dolore magna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aliqua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28FF18A5-7B4E-4493-B38D-E732E033F82F}"/>
              </a:ext>
            </a:extLst>
          </p:cNvPr>
          <p:cNvSpPr/>
          <p:nvPr/>
        </p:nvSpPr>
        <p:spPr>
          <a:xfrm>
            <a:off x="7386779" y="3653603"/>
            <a:ext cx="1752042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ut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labore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et dolore magna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aliqua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5BCD242F-9A97-473E-8E17-3F6C3C75CE68}"/>
              </a:ext>
            </a:extLst>
          </p:cNvPr>
          <p:cNvSpPr/>
          <p:nvPr/>
        </p:nvSpPr>
        <p:spPr>
          <a:xfrm>
            <a:off x="9555735" y="3653603"/>
            <a:ext cx="1752042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ut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labore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 et dolore magna </a:t>
            </a:r>
            <a:r>
              <a:rPr lang="it-IT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aliqua</a:t>
            </a:r>
            <a:r>
              <a:rPr lang="it-IT" sz="1400" dirty="0">
                <a:solidFill>
                  <a:schemeClr val="bg1"/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56" name="Figura a mano libera 4197" descr="Icona di carrello.">
            <a:extLst>
              <a:ext uri="{FF2B5EF4-FFF2-40B4-BE49-F238E27FC236}">
                <a16:creationId xmlns:a16="http://schemas.microsoft.com/office/drawing/2014/main" id="{DEC447B3-FDD1-438D-A671-84CC56DF3DFC}"/>
              </a:ext>
            </a:extLst>
          </p:cNvPr>
          <p:cNvSpPr>
            <a:spLocks noEditPoints="1"/>
          </p:cNvSpPr>
          <p:nvPr/>
        </p:nvSpPr>
        <p:spPr bwMode="auto">
          <a:xfrm>
            <a:off x="1572237" y="2313021"/>
            <a:ext cx="380334" cy="348640"/>
          </a:xfrm>
          <a:custGeom>
            <a:avLst/>
            <a:gdLst>
              <a:gd name="T0" fmla="*/ 540 w 901"/>
              <a:gd name="T1" fmla="*/ 161 h 826"/>
              <a:gd name="T2" fmla="*/ 360 w 901"/>
              <a:gd name="T3" fmla="*/ 255 h 826"/>
              <a:gd name="T4" fmla="*/ 360 w 901"/>
              <a:gd name="T5" fmla="*/ 255 h 826"/>
              <a:gd name="T6" fmla="*/ 201 w 901"/>
              <a:gd name="T7" fmla="*/ 255 h 826"/>
              <a:gd name="T8" fmla="*/ 749 w 901"/>
              <a:gd name="T9" fmla="*/ 46 h 826"/>
              <a:gd name="T10" fmla="*/ 692 w 901"/>
              <a:gd name="T11" fmla="*/ 248 h 826"/>
              <a:gd name="T12" fmla="*/ 568 w 901"/>
              <a:gd name="T13" fmla="*/ 103 h 826"/>
              <a:gd name="T14" fmla="*/ 556 w 901"/>
              <a:gd name="T15" fmla="*/ 104 h 826"/>
              <a:gd name="T16" fmla="*/ 341 w 901"/>
              <a:gd name="T17" fmla="*/ 135 h 826"/>
              <a:gd name="T18" fmla="*/ 333 w 901"/>
              <a:gd name="T19" fmla="*/ 141 h 826"/>
              <a:gd name="T20" fmla="*/ 330 w 901"/>
              <a:gd name="T21" fmla="*/ 255 h 826"/>
              <a:gd name="T22" fmla="*/ 120 w 901"/>
              <a:gd name="T23" fmla="*/ 4 h 826"/>
              <a:gd name="T24" fmla="*/ 109 w 901"/>
              <a:gd name="T25" fmla="*/ 0 h 826"/>
              <a:gd name="T26" fmla="*/ 5 w 901"/>
              <a:gd name="T27" fmla="*/ 48 h 826"/>
              <a:gd name="T28" fmla="*/ 0 w 901"/>
              <a:gd name="T29" fmla="*/ 58 h 826"/>
              <a:gd name="T30" fmla="*/ 82 w 901"/>
              <a:gd name="T31" fmla="*/ 255 h 826"/>
              <a:gd name="T32" fmla="*/ 5 w 901"/>
              <a:gd name="T33" fmla="*/ 259 h 826"/>
              <a:gd name="T34" fmla="*/ 0 w 901"/>
              <a:gd name="T35" fmla="*/ 271 h 826"/>
              <a:gd name="T36" fmla="*/ 120 w 901"/>
              <a:gd name="T37" fmla="*/ 643 h 826"/>
              <a:gd name="T38" fmla="*/ 589 w 901"/>
              <a:gd name="T39" fmla="*/ 676 h 826"/>
              <a:gd name="T40" fmla="*/ 157 w 901"/>
              <a:gd name="T41" fmla="*/ 679 h 826"/>
              <a:gd name="T42" fmla="*/ 131 w 901"/>
              <a:gd name="T43" fmla="*/ 693 h 826"/>
              <a:gd name="T44" fmla="*/ 113 w 901"/>
              <a:gd name="T45" fmla="*/ 716 h 826"/>
              <a:gd name="T46" fmla="*/ 105 w 901"/>
              <a:gd name="T47" fmla="*/ 744 h 826"/>
              <a:gd name="T48" fmla="*/ 108 w 901"/>
              <a:gd name="T49" fmla="*/ 774 h 826"/>
              <a:gd name="T50" fmla="*/ 122 w 901"/>
              <a:gd name="T51" fmla="*/ 798 h 826"/>
              <a:gd name="T52" fmla="*/ 144 w 901"/>
              <a:gd name="T53" fmla="*/ 818 h 826"/>
              <a:gd name="T54" fmla="*/ 172 w 901"/>
              <a:gd name="T55" fmla="*/ 826 h 826"/>
              <a:gd name="T56" fmla="*/ 202 w 901"/>
              <a:gd name="T57" fmla="*/ 823 h 826"/>
              <a:gd name="T58" fmla="*/ 228 w 901"/>
              <a:gd name="T59" fmla="*/ 809 h 826"/>
              <a:gd name="T60" fmla="*/ 246 w 901"/>
              <a:gd name="T61" fmla="*/ 787 h 826"/>
              <a:gd name="T62" fmla="*/ 255 w 901"/>
              <a:gd name="T63" fmla="*/ 759 h 826"/>
              <a:gd name="T64" fmla="*/ 246 w 901"/>
              <a:gd name="T65" fmla="*/ 716 h 826"/>
              <a:gd name="T66" fmla="*/ 514 w 901"/>
              <a:gd name="T67" fmla="*/ 727 h 826"/>
              <a:gd name="T68" fmla="*/ 512 w 901"/>
              <a:gd name="T69" fmla="*/ 766 h 826"/>
              <a:gd name="T70" fmla="*/ 523 w 901"/>
              <a:gd name="T71" fmla="*/ 793 h 826"/>
              <a:gd name="T72" fmla="*/ 543 w 901"/>
              <a:gd name="T73" fmla="*/ 813 h 826"/>
              <a:gd name="T74" fmla="*/ 570 w 901"/>
              <a:gd name="T75" fmla="*/ 825 h 826"/>
              <a:gd name="T76" fmla="*/ 601 w 901"/>
              <a:gd name="T77" fmla="*/ 825 h 826"/>
              <a:gd name="T78" fmla="*/ 628 w 901"/>
              <a:gd name="T79" fmla="*/ 813 h 826"/>
              <a:gd name="T80" fmla="*/ 648 w 901"/>
              <a:gd name="T81" fmla="*/ 793 h 826"/>
              <a:gd name="T82" fmla="*/ 659 w 901"/>
              <a:gd name="T83" fmla="*/ 766 h 826"/>
              <a:gd name="T84" fmla="*/ 658 w 901"/>
              <a:gd name="T85" fmla="*/ 730 h 826"/>
              <a:gd name="T86" fmla="*/ 635 w 901"/>
              <a:gd name="T87" fmla="*/ 695 h 826"/>
              <a:gd name="T88" fmla="*/ 630 w 901"/>
              <a:gd name="T89" fmla="*/ 635 h 826"/>
              <a:gd name="T90" fmla="*/ 886 w 901"/>
              <a:gd name="T91" fmla="*/ 75 h 826"/>
              <a:gd name="T92" fmla="*/ 897 w 901"/>
              <a:gd name="T93" fmla="*/ 70 h 826"/>
              <a:gd name="T94" fmla="*/ 901 w 901"/>
              <a:gd name="T95" fmla="*/ 60 h 826"/>
              <a:gd name="T96" fmla="*/ 897 w 901"/>
              <a:gd name="T97" fmla="*/ 49 h 826"/>
              <a:gd name="T98" fmla="*/ 886 w 901"/>
              <a:gd name="T99" fmla="*/ 45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901" h="826">
                <a:moveTo>
                  <a:pt x="442" y="255"/>
                </a:moveTo>
                <a:lnTo>
                  <a:pt x="540" y="161"/>
                </a:lnTo>
                <a:lnTo>
                  <a:pt x="540" y="161"/>
                </a:lnTo>
                <a:lnTo>
                  <a:pt x="540" y="161"/>
                </a:lnTo>
                <a:lnTo>
                  <a:pt x="562" y="139"/>
                </a:lnTo>
                <a:lnTo>
                  <a:pt x="659" y="255"/>
                </a:lnTo>
                <a:lnTo>
                  <a:pt x="442" y="255"/>
                </a:lnTo>
                <a:close/>
                <a:moveTo>
                  <a:pt x="360" y="255"/>
                </a:moveTo>
                <a:lnTo>
                  <a:pt x="360" y="165"/>
                </a:lnTo>
                <a:lnTo>
                  <a:pt x="493" y="165"/>
                </a:lnTo>
                <a:lnTo>
                  <a:pt x="399" y="255"/>
                </a:lnTo>
                <a:lnTo>
                  <a:pt x="360" y="255"/>
                </a:lnTo>
                <a:close/>
                <a:moveTo>
                  <a:pt x="114" y="255"/>
                </a:moveTo>
                <a:lnTo>
                  <a:pt x="34" y="67"/>
                </a:lnTo>
                <a:lnTo>
                  <a:pt x="101" y="35"/>
                </a:lnTo>
                <a:lnTo>
                  <a:pt x="201" y="255"/>
                </a:lnTo>
                <a:lnTo>
                  <a:pt x="114" y="255"/>
                </a:lnTo>
                <a:close/>
                <a:moveTo>
                  <a:pt x="886" y="45"/>
                </a:moveTo>
                <a:lnTo>
                  <a:pt x="753" y="45"/>
                </a:lnTo>
                <a:lnTo>
                  <a:pt x="749" y="46"/>
                </a:lnTo>
                <a:lnTo>
                  <a:pt x="745" y="48"/>
                </a:lnTo>
                <a:lnTo>
                  <a:pt x="740" y="51"/>
                </a:lnTo>
                <a:lnTo>
                  <a:pt x="739" y="57"/>
                </a:lnTo>
                <a:lnTo>
                  <a:pt x="692" y="248"/>
                </a:lnTo>
                <a:lnTo>
                  <a:pt x="575" y="107"/>
                </a:lnTo>
                <a:lnTo>
                  <a:pt x="573" y="105"/>
                </a:lnTo>
                <a:lnTo>
                  <a:pt x="571" y="104"/>
                </a:lnTo>
                <a:lnTo>
                  <a:pt x="568" y="103"/>
                </a:lnTo>
                <a:lnTo>
                  <a:pt x="564" y="102"/>
                </a:lnTo>
                <a:lnTo>
                  <a:pt x="561" y="102"/>
                </a:lnTo>
                <a:lnTo>
                  <a:pt x="559" y="103"/>
                </a:lnTo>
                <a:lnTo>
                  <a:pt x="556" y="104"/>
                </a:lnTo>
                <a:lnTo>
                  <a:pt x="554" y="106"/>
                </a:lnTo>
                <a:lnTo>
                  <a:pt x="524" y="135"/>
                </a:lnTo>
                <a:lnTo>
                  <a:pt x="345" y="135"/>
                </a:lnTo>
                <a:lnTo>
                  <a:pt x="341" y="135"/>
                </a:lnTo>
                <a:lnTo>
                  <a:pt x="339" y="136"/>
                </a:lnTo>
                <a:lnTo>
                  <a:pt x="336" y="138"/>
                </a:lnTo>
                <a:lnTo>
                  <a:pt x="334" y="139"/>
                </a:lnTo>
                <a:lnTo>
                  <a:pt x="333" y="141"/>
                </a:lnTo>
                <a:lnTo>
                  <a:pt x="331" y="144"/>
                </a:lnTo>
                <a:lnTo>
                  <a:pt x="331" y="147"/>
                </a:lnTo>
                <a:lnTo>
                  <a:pt x="330" y="150"/>
                </a:lnTo>
                <a:lnTo>
                  <a:pt x="330" y="255"/>
                </a:lnTo>
                <a:lnTo>
                  <a:pt x="234" y="255"/>
                </a:lnTo>
                <a:lnTo>
                  <a:pt x="123" y="8"/>
                </a:lnTo>
                <a:lnTo>
                  <a:pt x="122" y="6"/>
                </a:lnTo>
                <a:lnTo>
                  <a:pt x="120" y="4"/>
                </a:lnTo>
                <a:lnTo>
                  <a:pt x="117" y="2"/>
                </a:lnTo>
                <a:lnTo>
                  <a:pt x="114" y="1"/>
                </a:lnTo>
                <a:lnTo>
                  <a:pt x="111" y="0"/>
                </a:lnTo>
                <a:lnTo>
                  <a:pt x="109" y="0"/>
                </a:lnTo>
                <a:lnTo>
                  <a:pt x="106" y="0"/>
                </a:lnTo>
                <a:lnTo>
                  <a:pt x="102" y="1"/>
                </a:lnTo>
                <a:lnTo>
                  <a:pt x="8" y="46"/>
                </a:lnTo>
                <a:lnTo>
                  <a:pt x="5" y="48"/>
                </a:lnTo>
                <a:lnTo>
                  <a:pt x="3" y="50"/>
                </a:lnTo>
                <a:lnTo>
                  <a:pt x="2" y="52"/>
                </a:lnTo>
                <a:lnTo>
                  <a:pt x="1" y="54"/>
                </a:lnTo>
                <a:lnTo>
                  <a:pt x="0" y="58"/>
                </a:lnTo>
                <a:lnTo>
                  <a:pt x="0" y="60"/>
                </a:lnTo>
                <a:lnTo>
                  <a:pt x="0" y="63"/>
                </a:lnTo>
                <a:lnTo>
                  <a:pt x="1" y="66"/>
                </a:lnTo>
                <a:lnTo>
                  <a:pt x="82" y="255"/>
                </a:lnTo>
                <a:lnTo>
                  <a:pt x="15" y="255"/>
                </a:lnTo>
                <a:lnTo>
                  <a:pt x="11" y="256"/>
                </a:lnTo>
                <a:lnTo>
                  <a:pt x="7" y="257"/>
                </a:lnTo>
                <a:lnTo>
                  <a:pt x="5" y="259"/>
                </a:lnTo>
                <a:lnTo>
                  <a:pt x="2" y="261"/>
                </a:lnTo>
                <a:lnTo>
                  <a:pt x="1" y="265"/>
                </a:lnTo>
                <a:lnTo>
                  <a:pt x="0" y="268"/>
                </a:lnTo>
                <a:lnTo>
                  <a:pt x="0" y="271"/>
                </a:lnTo>
                <a:lnTo>
                  <a:pt x="1" y="275"/>
                </a:lnTo>
                <a:lnTo>
                  <a:pt x="114" y="635"/>
                </a:lnTo>
                <a:lnTo>
                  <a:pt x="116" y="640"/>
                </a:lnTo>
                <a:lnTo>
                  <a:pt x="120" y="643"/>
                </a:lnTo>
                <a:lnTo>
                  <a:pt x="123" y="645"/>
                </a:lnTo>
                <a:lnTo>
                  <a:pt x="128" y="646"/>
                </a:lnTo>
                <a:lnTo>
                  <a:pt x="596" y="646"/>
                </a:lnTo>
                <a:lnTo>
                  <a:pt x="589" y="676"/>
                </a:lnTo>
                <a:lnTo>
                  <a:pt x="180" y="676"/>
                </a:lnTo>
                <a:lnTo>
                  <a:pt x="172" y="676"/>
                </a:lnTo>
                <a:lnTo>
                  <a:pt x="165" y="677"/>
                </a:lnTo>
                <a:lnTo>
                  <a:pt x="157" y="679"/>
                </a:lnTo>
                <a:lnTo>
                  <a:pt x="151" y="682"/>
                </a:lnTo>
                <a:lnTo>
                  <a:pt x="144" y="685"/>
                </a:lnTo>
                <a:lnTo>
                  <a:pt x="138" y="689"/>
                </a:lnTo>
                <a:lnTo>
                  <a:pt x="131" y="693"/>
                </a:lnTo>
                <a:lnTo>
                  <a:pt x="127" y="698"/>
                </a:lnTo>
                <a:lnTo>
                  <a:pt x="122" y="703"/>
                </a:lnTo>
                <a:lnTo>
                  <a:pt x="117" y="709"/>
                </a:lnTo>
                <a:lnTo>
                  <a:pt x="113" y="716"/>
                </a:lnTo>
                <a:lnTo>
                  <a:pt x="110" y="722"/>
                </a:lnTo>
                <a:lnTo>
                  <a:pt x="108" y="729"/>
                </a:lnTo>
                <a:lnTo>
                  <a:pt x="106" y="736"/>
                </a:lnTo>
                <a:lnTo>
                  <a:pt x="105" y="744"/>
                </a:lnTo>
                <a:lnTo>
                  <a:pt x="105" y="751"/>
                </a:lnTo>
                <a:lnTo>
                  <a:pt x="105" y="759"/>
                </a:lnTo>
                <a:lnTo>
                  <a:pt x="106" y="766"/>
                </a:lnTo>
                <a:lnTo>
                  <a:pt x="108" y="774"/>
                </a:lnTo>
                <a:lnTo>
                  <a:pt x="110" y="780"/>
                </a:lnTo>
                <a:lnTo>
                  <a:pt x="113" y="787"/>
                </a:lnTo>
                <a:lnTo>
                  <a:pt x="117" y="793"/>
                </a:lnTo>
                <a:lnTo>
                  <a:pt x="122" y="798"/>
                </a:lnTo>
                <a:lnTo>
                  <a:pt x="127" y="804"/>
                </a:lnTo>
                <a:lnTo>
                  <a:pt x="131" y="809"/>
                </a:lnTo>
                <a:lnTo>
                  <a:pt x="138" y="813"/>
                </a:lnTo>
                <a:lnTo>
                  <a:pt x="144" y="818"/>
                </a:lnTo>
                <a:lnTo>
                  <a:pt x="151" y="821"/>
                </a:lnTo>
                <a:lnTo>
                  <a:pt x="157" y="823"/>
                </a:lnTo>
                <a:lnTo>
                  <a:pt x="165" y="825"/>
                </a:lnTo>
                <a:lnTo>
                  <a:pt x="172" y="826"/>
                </a:lnTo>
                <a:lnTo>
                  <a:pt x="180" y="826"/>
                </a:lnTo>
                <a:lnTo>
                  <a:pt x="187" y="826"/>
                </a:lnTo>
                <a:lnTo>
                  <a:pt x="195" y="825"/>
                </a:lnTo>
                <a:lnTo>
                  <a:pt x="202" y="823"/>
                </a:lnTo>
                <a:lnTo>
                  <a:pt x="209" y="821"/>
                </a:lnTo>
                <a:lnTo>
                  <a:pt x="215" y="818"/>
                </a:lnTo>
                <a:lnTo>
                  <a:pt x="221" y="813"/>
                </a:lnTo>
                <a:lnTo>
                  <a:pt x="228" y="809"/>
                </a:lnTo>
                <a:lnTo>
                  <a:pt x="233" y="804"/>
                </a:lnTo>
                <a:lnTo>
                  <a:pt x="238" y="798"/>
                </a:lnTo>
                <a:lnTo>
                  <a:pt x="242" y="793"/>
                </a:lnTo>
                <a:lnTo>
                  <a:pt x="246" y="787"/>
                </a:lnTo>
                <a:lnTo>
                  <a:pt x="249" y="780"/>
                </a:lnTo>
                <a:lnTo>
                  <a:pt x="251" y="774"/>
                </a:lnTo>
                <a:lnTo>
                  <a:pt x="254" y="766"/>
                </a:lnTo>
                <a:lnTo>
                  <a:pt x="255" y="759"/>
                </a:lnTo>
                <a:lnTo>
                  <a:pt x="255" y="751"/>
                </a:lnTo>
                <a:lnTo>
                  <a:pt x="254" y="738"/>
                </a:lnTo>
                <a:lnTo>
                  <a:pt x="250" y="727"/>
                </a:lnTo>
                <a:lnTo>
                  <a:pt x="246" y="716"/>
                </a:lnTo>
                <a:lnTo>
                  <a:pt x="240" y="706"/>
                </a:lnTo>
                <a:lnTo>
                  <a:pt x="526" y="706"/>
                </a:lnTo>
                <a:lnTo>
                  <a:pt x="519" y="716"/>
                </a:lnTo>
                <a:lnTo>
                  <a:pt x="514" y="727"/>
                </a:lnTo>
                <a:lnTo>
                  <a:pt x="511" y="738"/>
                </a:lnTo>
                <a:lnTo>
                  <a:pt x="510" y="751"/>
                </a:lnTo>
                <a:lnTo>
                  <a:pt x="511" y="759"/>
                </a:lnTo>
                <a:lnTo>
                  <a:pt x="512" y="766"/>
                </a:lnTo>
                <a:lnTo>
                  <a:pt x="514" y="774"/>
                </a:lnTo>
                <a:lnTo>
                  <a:pt x="516" y="780"/>
                </a:lnTo>
                <a:lnTo>
                  <a:pt x="519" y="787"/>
                </a:lnTo>
                <a:lnTo>
                  <a:pt x="523" y="793"/>
                </a:lnTo>
                <a:lnTo>
                  <a:pt x="528" y="798"/>
                </a:lnTo>
                <a:lnTo>
                  <a:pt x="532" y="804"/>
                </a:lnTo>
                <a:lnTo>
                  <a:pt x="538" y="809"/>
                </a:lnTo>
                <a:lnTo>
                  <a:pt x="543" y="813"/>
                </a:lnTo>
                <a:lnTo>
                  <a:pt x="549" y="818"/>
                </a:lnTo>
                <a:lnTo>
                  <a:pt x="556" y="821"/>
                </a:lnTo>
                <a:lnTo>
                  <a:pt x="563" y="823"/>
                </a:lnTo>
                <a:lnTo>
                  <a:pt x="570" y="825"/>
                </a:lnTo>
                <a:lnTo>
                  <a:pt x="577" y="826"/>
                </a:lnTo>
                <a:lnTo>
                  <a:pt x="586" y="826"/>
                </a:lnTo>
                <a:lnTo>
                  <a:pt x="593" y="826"/>
                </a:lnTo>
                <a:lnTo>
                  <a:pt x="601" y="825"/>
                </a:lnTo>
                <a:lnTo>
                  <a:pt x="607" y="823"/>
                </a:lnTo>
                <a:lnTo>
                  <a:pt x="615" y="821"/>
                </a:lnTo>
                <a:lnTo>
                  <a:pt x="621" y="818"/>
                </a:lnTo>
                <a:lnTo>
                  <a:pt x="628" y="813"/>
                </a:lnTo>
                <a:lnTo>
                  <a:pt x="633" y="809"/>
                </a:lnTo>
                <a:lnTo>
                  <a:pt x="638" y="804"/>
                </a:lnTo>
                <a:lnTo>
                  <a:pt x="644" y="798"/>
                </a:lnTo>
                <a:lnTo>
                  <a:pt x="648" y="793"/>
                </a:lnTo>
                <a:lnTo>
                  <a:pt x="651" y="787"/>
                </a:lnTo>
                <a:lnTo>
                  <a:pt x="654" y="780"/>
                </a:lnTo>
                <a:lnTo>
                  <a:pt x="658" y="774"/>
                </a:lnTo>
                <a:lnTo>
                  <a:pt x="659" y="766"/>
                </a:lnTo>
                <a:lnTo>
                  <a:pt x="660" y="759"/>
                </a:lnTo>
                <a:lnTo>
                  <a:pt x="661" y="751"/>
                </a:lnTo>
                <a:lnTo>
                  <a:pt x="660" y="740"/>
                </a:lnTo>
                <a:lnTo>
                  <a:pt x="658" y="730"/>
                </a:lnTo>
                <a:lnTo>
                  <a:pt x="653" y="720"/>
                </a:lnTo>
                <a:lnTo>
                  <a:pt x="649" y="710"/>
                </a:lnTo>
                <a:lnTo>
                  <a:pt x="643" y="702"/>
                </a:lnTo>
                <a:lnTo>
                  <a:pt x="635" y="695"/>
                </a:lnTo>
                <a:lnTo>
                  <a:pt x="627" y="689"/>
                </a:lnTo>
                <a:lnTo>
                  <a:pt x="618" y="684"/>
                </a:lnTo>
                <a:lnTo>
                  <a:pt x="629" y="637"/>
                </a:lnTo>
                <a:lnTo>
                  <a:pt x="630" y="635"/>
                </a:lnTo>
                <a:lnTo>
                  <a:pt x="630" y="634"/>
                </a:lnTo>
                <a:lnTo>
                  <a:pt x="717" y="274"/>
                </a:lnTo>
                <a:lnTo>
                  <a:pt x="765" y="75"/>
                </a:lnTo>
                <a:lnTo>
                  <a:pt x="886" y="75"/>
                </a:lnTo>
                <a:lnTo>
                  <a:pt x="889" y="75"/>
                </a:lnTo>
                <a:lnTo>
                  <a:pt x="891" y="74"/>
                </a:lnTo>
                <a:lnTo>
                  <a:pt x="895" y="73"/>
                </a:lnTo>
                <a:lnTo>
                  <a:pt x="897" y="70"/>
                </a:lnTo>
                <a:lnTo>
                  <a:pt x="899" y="68"/>
                </a:lnTo>
                <a:lnTo>
                  <a:pt x="900" y="66"/>
                </a:lnTo>
                <a:lnTo>
                  <a:pt x="901" y="63"/>
                </a:lnTo>
                <a:lnTo>
                  <a:pt x="901" y="60"/>
                </a:lnTo>
                <a:lnTo>
                  <a:pt x="901" y="57"/>
                </a:lnTo>
                <a:lnTo>
                  <a:pt x="900" y="54"/>
                </a:lnTo>
                <a:lnTo>
                  <a:pt x="899" y="51"/>
                </a:lnTo>
                <a:lnTo>
                  <a:pt x="897" y="49"/>
                </a:lnTo>
                <a:lnTo>
                  <a:pt x="895" y="47"/>
                </a:lnTo>
                <a:lnTo>
                  <a:pt x="891" y="46"/>
                </a:lnTo>
                <a:lnTo>
                  <a:pt x="889" y="45"/>
                </a:lnTo>
                <a:lnTo>
                  <a:pt x="886" y="4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57" name="Figura a mano libera 4344" descr="Icona di chiave inglese. ">
            <a:extLst>
              <a:ext uri="{FF2B5EF4-FFF2-40B4-BE49-F238E27FC236}">
                <a16:creationId xmlns:a16="http://schemas.microsoft.com/office/drawing/2014/main" id="{C131659B-1A41-4821-9349-1E69BBBB560E}"/>
              </a:ext>
            </a:extLst>
          </p:cNvPr>
          <p:cNvSpPr>
            <a:spLocks/>
          </p:cNvSpPr>
          <p:nvPr/>
        </p:nvSpPr>
        <p:spPr bwMode="auto">
          <a:xfrm>
            <a:off x="3742205" y="2300343"/>
            <a:ext cx="373996" cy="373996"/>
          </a:xfrm>
          <a:custGeom>
            <a:avLst/>
            <a:gdLst>
              <a:gd name="T0" fmla="*/ 853 w 886"/>
              <a:gd name="T1" fmla="*/ 137 h 886"/>
              <a:gd name="T2" fmla="*/ 842 w 886"/>
              <a:gd name="T3" fmla="*/ 134 h 886"/>
              <a:gd name="T4" fmla="*/ 833 w 886"/>
              <a:gd name="T5" fmla="*/ 138 h 886"/>
              <a:gd name="T6" fmla="*/ 646 w 886"/>
              <a:gd name="T7" fmla="*/ 172 h 886"/>
              <a:gd name="T8" fmla="*/ 754 w 886"/>
              <a:gd name="T9" fmla="*/ 46 h 886"/>
              <a:gd name="T10" fmla="*/ 754 w 886"/>
              <a:gd name="T11" fmla="*/ 37 h 886"/>
              <a:gd name="T12" fmla="*/ 747 w 886"/>
              <a:gd name="T13" fmla="*/ 29 h 886"/>
              <a:gd name="T14" fmla="*/ 704 w 886"/>
              <a:gd name="T15" fmla="*/ 12 h 886"/>
              <a:gd name="T16" fmla="*/ 659 w 886"/>
              <a:gd name="T17" fmla="*/ 2 h 886"/>
              <a:gd name="T18" fmla="*/ 615 w 886"/>
              <a:gd name="T19" fmla="*/ 0 h 886"/>
              <a:gd name="T20" fmla="*/ 577 w 886"/>
              <a:gd name="T21" fmla="*/ 6 h 886"/>
              <a:gd name="T22" fmla="*/ 539 w 886"/>
              <a:gd name="T23" fmla="*/ 15 h 886"/>
              <a:gd name="T24" fmla="*/ 505 w 886"/>
              <a:gd name="T25" fmla="*/ 31 h 886"/>
              <a:gd name="T26" fmla="*/ 473 w 886"/>
              <a:gd name="T27" fmla="*/ 52 h 886"/>
              <a:gd name="T28" fmla="*/ 443 w 886"/>
              <a:gd name="T29" fmla="*/ 76 h 886"/>
              <a:gd name="T30" fmla="*/ 405 w 886"/>
              <a:gd name="T31" fmla="*/ 124 h 886"/>
              <a:gd name="T32" fmla="*/ 380 w 886"/>
              <a:gd name="T33" fmla="*/ 178 h 886"/>
              <a:gd name="T34" fmla="*/ 368 w 886"/>
              <a:gd name="T35" fmla="*/ 235 h 886"/>
              <a:gd name="T36" fmla="*/ 368 w 886"/>
              <a:gd name="T37" fmla="*/ 293 h 886"/>
              <a:gd name="T38" fmla="*/ 382 w 886"/>
              <a:gd name="T39" fmla="*/ 351 h 886"/>
              <a:gd name="T40" fmla="*/ 21 w 886"/>
              <a:gd name="T41" fmla="*/ 738 h 886"/>
              <a:gd name="T42" fmla="*/ 7 w 886"/>
              <a:gd name="T43" fmla="*/ 762 h 886"/>
              <a:gd name="T44" fmla="*/ 1 w 886"/>
              <a:gd name="T45" fmla="*/ 787 h 886"/>
              <a:gd name="T46" fmla="*/ 2 w 886"/>
              <a:gd name="T47" fmla="*/ 813 h 886"/>
              <a:gd name="T48" fmla="*/ 11 w 886"/>
              <a:gd name="T49" fmla="*/ 838 h 886"/>
              <a:gd name="T50" fmla="*/ 27 w 886"/>
              <a:gd name="T51" fmla="*/ 860 h 886"/>
              <a:gd name="T52" fmla="*/ 48 w 886"/>
              <a:gd name="T53" fmla="*/ 875 h 886"/>
              <a:gd name="T54" fmla="*/ 73 w 886"/>
              <a:gd name="T55" fmla="*/ 884 h 886"/>
              <a:gd name="T56" fmla="*/ 99 w 886"/>
              <a:gd name="T57" fmla="*/ 885 h 886"/>
              <a:gd name="T58" fmla="*/ 125 w 886"/>
              <a:gd name="T59" fmla="*/ 879 h 886"/>
              <a:gd name="T60" fmla="*/ 148 w 886"/>
              <a:gd name="T61" fmla="*/ 866 h 886"/>
              <a:gd name="T62" fmla="*/ 530 w 886"/>
              <a:gd name="T63" fmla="*/ 502 h 886"/>
              <a:gd name="T64" fmla="*/ 570 w 886"/>
              <a:gd name="T65" fmla="*/ 515 h 886"/>
              <a:gd name="T66" fmla="*/ 612 w 886"/>
              <a:gd name="T67" fmla="*/ 520 h 886"/>
              <a:gd name="T68" fmla="*/ 626 w 886"/>
              <a:gd name="T69" fmla="*/ 520 h 886"/>
              <a:gd name="T70" fmla="*/ 664 w 886"/>
              <a:gd name="T71" fmla="*/ 518 h 886"/>
              <a:gd name="T72" fmla="*/ 702 w 886"/>
              <a:gd name="T73" fmla="*/ 509 h 886"/>
              <a:gd name="T74" fmla="*/ 737 w 886"/>
              <a:gd name="T75" fmla="*/ 496 h 886"/>
              <a:gd name="T76" fmla="*/ 769 w 886"/>
              <a:gd name="T77" fmla="*/ 477 h 886"/>
              <a:gd name="T78" fmla="*/ 800 w 886"/>
              <a:gd name="T79" fmla="*/ 454 h 886"/>
              <a:gd name="T80" fmla="*/ 837 w 886"/>
              <a:gd name="T81" fmla="*/ 413 h 886"/>
              <a:gd name="T82" fmla="*/ 867 w 886"/>
              <a:gd name="T83" fmla="*/ 360 h 886"/>
              <a:gd name="T84" fmla="*/ 883 w 886"/>
              <a:gd name="T85" fmla="*/ 301 h 886"/>
              <a:gd name="T86" fmla="*/ 885 w 886"/>
              <a:gd name="T87" fmla="*/ 241 h 886"/>
              <a:gd name="T88" fmla="*/ 873 w 886"/>
              <a:gd name="T89" fmla="*/ 181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86" h="886">
                <a:moveTo>
                  <a:pt x="857" y="143"/>
                </a:moveTo>
                <a:lnTo>
                  <a:pt x="855" y="139"/>
                </a:lnTo>
                <a:lnTo>
                  <a:pt x="853" y="137"/>
                </a:lnTo>
                <a:lnTo>
                  <a:pt x="849" y="135"/>
                </a:lnTo>
                <a:lnTo>
                  <a:pt x="846" y="133"/>
                </a:lnTo>
                <a:lnTo>
                  <a:pt x="842" y="134"/>
                </a:lnTo>
                <a:lnTo>
                  <a:pt x="839" y="135"/>
                </a:lnTo>
                <a:lnTo>
                  <a:pt x="836" y="136"/>
                </a:lnTo>
                <a:lnTo>
                  <a:pt x="833" y="138"/>
                </a:lnTo>
                <a:lnTo>
                  <a:pt x="712" y="259"/>
                </a:lnTo>
                <a:lnTo>
                  <a:pt x="646" y="259"/>
                </a:lnTo>
                <a:lnTo>
                  <a:pt x="646" y="172"/>
                </a:lnTo>
                <a:lnTo>
                  <a:pt x="751" y="53"/>
                </a:lnTo>
                <a:lnTo>
                  <a:pt x="753" y="49"/>
                </a:lnTo>
                <a:lnTo>
                  <a:pt x="754" y="46"/>
                </a:lnTo>
                <a:lnTo>
                  <a:pt x="755" y="43"/>
                </a:lnTo>
                <a:lnTo>
                  <a:pt x="755" y="39"/>
                </a:lnTo>
                <a:lnTo>
                  <a:pt x="754" y="37"/>
                </a:lnTo>
                <a:lnTo>
                  <a:pt x="752" y="33"/>
                </a:lnTo>
                <a:lnTo>
                  <a:pt x="750" y="31"/>
                </a:lnTo>
                <a:lnTo>
                  <a:pt x="747" y="29"/>
                </a:lnTo>
                <a:lnTo>
                  <a:pt x="733" y="23"/>
                </a:lnTo>
                <a:lnTo>
                  <a:pt x="719" y="16"/>
                </a:lnTo>
                <a:lnTo>
                  <a:pt x="704" y="12"/>
                </a:lnTo>
                <a:lnTo>
                  <a:pt x="689" y="8"/>
                </a:lnTo>
                <a:lnTo>
                  <a:pt x="674" y="5"/>
                </a:lnTo>
                <a:lnTo>
                  <a:pt x="659" y="2"/>
                </a:lnTo>
                <a:lnTo>
                  <a:pt x="643" y="1"/>
                </a:lnTo>
                <a:lnTo>
                  <a:pt x="628" y="0"/>
                </a:lnTo>
                <a:lnTo>
                  <a:pt x="615" y="0"/>
                </a:lnTo>
                <a:lnTo>
                  <a:pt x="602" y="1"/>
                </a:lnTo>
                <a:lnTo>
                  <a:pt x="589" y="3"/>
                </a:lnTo>
                <a:lnTo>
                  <a:pt x="577" y="6"/>
                </a:lnTo>
                <a:lnTo>
                  <a:pt x="564" y="8"/>
                </a:lnTo>
                <a:lnTo>
                  <a:pt x="552" y="11"/>
                </a:lnTo>
                <a:lnTo>
                  <a:pt x="539" y="15"/>
                </a:lnTo>
                <a:lnTo>
                  <a:pt x="527" y="19"/>
                </a:lnTo>
                <a:lnTo>
                  <a:pt x="516" y="25"/>
                </a:lnTo>
                <a:lnTo>
                  <a:pt x="505" y="31"/>
                </a:lnTo>
                <a:lnTo>
                  <a:pt x="493" y="37"/>
                </a:lnTo>
                <a:lnTo>
                  <a:pt x="482" y="44"/>
                </a:lnTo>
                <a:lnTo>
                  <a:pt x="473" y="52"/>
                </a:lnTo>
                <a:lnTo>
                  <a:pt x="462" y="59"/>
                </a:lnTo>
                <a:lnTo>
                  <a:pt x="452" y="68"/>
                </a:lnTo>
                <a:lnTo>
                  <a:pt x="443" y="76"/>
                </a:lnTo>
                <a:lnTo>
                  <a:pt x="429" y="91"/>
                </a:lnTo>
                <a:lnTo>
                  <a:pt x="416" y="107"/>
                </a:lnTo>
                <a:lnTo>
                  <a:pt x="405" y="124"/>
                </a:lnTo>
                <a:lnTo>
                  <a:pt x="396" y="141"/>
                </a:lnTo>
                <a:lnTo>
                  <a:pt x="387" y="160"/>
                </a:lnTo>
                <a:lnTo>
                  <a:pt x="380" y="178"/>
                </a:lnTo>
                <a:lnTo>
                  <a:pt x="374" y="196"/>
                </a:lnTo>
                <a:lnTo>
                  <a:pt x="370" y="215"/>
                </a:lnTo>
                <a:lnTo>
                  <a:pt x="368" y="235"/>
                </a:lnTo>
                <a:lnTo>
                  <a:pt x="366" y="254"/>
                </a:lnTo>
                <a:lnTo>
                  <a:pt x="367" y="274"/>
                </a:lnTo>
                <a:lnTo>
                  <a:pt x="368" y="293"/>
                </a:lnTo>
                <a:lnTo>
                  <a:pt x="371" y="313"/>
                </a:lnTo>
                <a:lnTo>
                  <a:pt x="376" y="332"/>
                </a:lnTo>
                <a:lnTo>
                  <a:pt x="382" y="351"/>
                </a:lnTo>
                <a:lnTo>
                  <a:pt x="390" y="369"/>
                </a:lnTo>
                <a:lnTo>
                  <a:pt x="27" y="732"/>
                </a:lnTo>
                <a:lnTo>
                  <a:pt x="21" y="738"/>
                </a:lnTo>
                <a:lnTo>
                  <a:pt x="16" y="746"/>
                </a:lnTo>
                <a:lnTo>
                  <a:pt x="11" y="753"/>
                </a:lnTo>
                <a:lnTo>
                  <a:pt x="7" y="762"/>
                </a:lnTo>
                <a:lnTo>
                  <a:pt x="4" y="769"/>
                </a:lnTo>
                <a:lnTo>
                  <a:pt x="2" y="778"/>
                </a:lnTo>
                <a:lnTo>
                  <a:pt x="1" y="787"/>
                </a:lnTo>
                <a:lnTo>
                  <a:pt x="0" y="796"/>
                </a:lnTo>
                <a:lnTo>
                  <a:pt x="1" y="805"/>
                </a:lnTo>
                <a:lnTo>
                  <a:pt x="2" y="813"/>
                </a:lnTo>
                <a:lnTo>
                  <a:pt x="4" y="822"/>
                </a:lnTo>
                <a:lnTo>
                  <a:pt x="7" y="830"/>
                </a:lnTo>
                <a:lnTo>
                  <a:pt x="11" y="838"/>
                </a:lnTo>
                <a:lnTo>
                  <a:pt x="15" y="845"/>
                </a:lnTo>
                <a:lnTo>
                  <a:pt x="20" y="853"/>
                </a:lnTo>
                <a:lnTo>
                  <a:pt x="27" y="860"/>
                </a:lnTo>
                <a:lnTo>
                  <a:pt x="33" y="866"/>
                </a:lnTo>
                <a:lnTo>
                  <a:pt x="41" y="871"/>
                </a:lnTo>
                <a:lnTo>
                  <a:pt x="48" y="875"/>
                </a:lnTo>
                <a:lnTo>
                  <a:pt x="55" y="879"/>
                </a:lnTo>
                <a:lnTo>
                  <a:pt x="64" y="882"/>
                </a:lnTo>
                <a:lnTo>
                  <a:pt x="73" y="884"/>
                </a:lnTo>
                <a:lnTo>
                  <a:pt x="81" y="885"/>
                </a:lnTo>
                <a:lnTo>
                  <a:pt x="91" y="886"/>
                </a:lnTo>
                <a:lnTo>
                  <a:pt x="99" y="885"/>
                </a:lnTo>
                <a:lnTo>
                  <a:pt x="108" y="884"/>
                </a:lnTo>
                <a:lnTo>
                  <a:pt x="116" y="882"/>
                </a:lnTo>
                <a:lnTo>
                  <a:pt x="125" y="879"/>
                </a:lnTo>
                <a:lnTo>
                  <a:pt x="133" y="875"/>
                </a:lnTo>
                <a:lnTo>
                  <a:pt x="140" y="871"/>
                </a:lnTo>
                <a:lnTo>
                  <a:pt x="148" y="866"/>
                </a:lnTo>
                <a:lnTo>
                  <a:pt x="154" y="860"/>
                </a:lnTo>
                <a:lnTo>
                  <a:pt x="517" y="497"/>
                </a:lnTo>
                <a:lnTo>
                  <a:pt x="530" y="502"/>
                </a:lnTo>
                <a:lnTo>
                  <a:pt x="543" y="507"/>
                </a:lnTo>
                <a:lnTo>
                  <a:pt x="556" y="512"/>
                </a:lnTo>
                <a:lnTo>
                  <a:pt x="570" y="515"/>
                </a:lnTo>
                <a:lnTo>
                  <a:pt x="584" y="517"/>
                </a:lnTo>
                <a:lnTo>
                  <a:pt x="598" y="519"/>
                </a:lnTo>
                <a:lnTo>
                  <a:pt x="612" y="520"/>
                </a:lnTo>
                <a:lnTo>
                  <a:pt x="626" y="520"/>
                </a:lnTo>
                <a:lnTo>
                  <a:pt x="626" y="520"/>
                </a:lnTo>
                <a:lnTo>
                  <a:pt x="626" y="520"/>
                </a:lnTo>
                <a:lnTo>
                  <a:pt x="639" y="520"/>
                </a:lnTo>
                <a:lnTo>
                  <a:pt x="651" y="519"/>
                </a:lnTo>
                <a:lnTo>
                  <a:pt x="664" y="518"/>
                </a:lnTo>
                <a:lnTo>
                  <a:pt x="677" y="516"/>
                </a:lnTo>
                <a:lnTo>
                  <a:pt x="689" y="513"/>
                </a:lnTo>
                <a:lnTo>
                  <a:pt x="702" y="509"/>
                </a:lnTo>
                <a:lnTo>
                  <a:pt x="714" y="505"/>
                </a:lnTo>
                <a:lnTo>
                  <a:pt x="725" y="501"/>
                </a:lnTo>
                <a:lnTo>
                  <a:pt x="737" y="496"/>
                </a:lnTo>
                <a:lnTo>
                  <a:pt x="748" y="490"/>
                </a:lnTo>
                <a:lnTo>
                  <a:pt x="758" y="484"/>
                </a:lnTo>
                <a:lnTo>
                  <a:pt x="769" y="477"/>
                </a:lnTo>
                <a:lnTo>
                  <a:pt x="780" y="470"/>
                </a:lnTo>
                <a:lnTo>
                  <a:pt x="791" y="462"/>
                </a:lnTo>
                <a:lnTo>
                  <a:pt x="800" y="454"/>
                </a:lnTo>
                <a:lnTo>
                  <a:pt x="810" y="444"/>
                </a:lnTo>
                <a:lnTo>
                  <a:pt x="824" y="429"/>
                </a:lnTo>
                <a:lnTo>
                  <a:pt x="837" y="413"/>
                </a:lnTo>
                <a:lnTo>
                  <a:pt x="848" y="396"/>
                </a:lnTo>
                <a:lnTo>
                  <a:pt x="858" y="378"/>
                </a:lnTo>
                <a:lnTo>
                  <a:pt x="867" y="360"/>
                </a:lnTo>
                <a:lnTo>
                  <a:pt x="873" y="340"/>
                </a:lnTo>
                <a:lnTo>
                  <a:pt x="878" y="321"/>
                </a:lnTo>
                <a:lnTo>
                  <a:pt x="883" y="301"/>
                </a:lnTo>
                <a:lnTo>
                  <a:pt x="885" y="282"/>
                </a:lnTo>
                <a:lnTo>
                  <a:pt x="886" y="261"/>
                </a:lnTo>
                <a:lnTo>
                  <a:pt x="885" y="241"/>
                </a:lnTo>
                <a:lnTo>
                  <a:pt x="883" y="221"/>
                </a:lnTo>
                <a:lnTo>
                  <a:pt x="878" y="200"/>
                </a:lnTo>
                <a:lnTo>
                  <a:pt x="873" y="181"/>
                </a:lnTo>
                <a:lnTo>
                  <a:pt x="865" y="162"/>
                </a:lnTo>
                <a:lnTo>
                  <a:pt x="857" y="1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grpSp>
        <p:nvGrpSpPr>
          <p:cNvPr id="58" name="Gruppo 57" descr="Icona di soldi. ">
            <a:extLst>
              <a:ext uri="{FF2B5EF4-FFF2-40B4-BE49-F238E27FC236}">
                <a16:creationId xmlns:a16="http://schemas.microsoft.com/office/drawing/2014/main" id="{8FB81822-E09C-4A9F-BCD2-4BB20E38DA03}"/>
              </a:ext>
            </a:extLst>
          </p:cNvPr>
          <p:cNvGrpSpPr/>
          <p:nvPr/>
        </p:nvGrpSpPr>
        <p:grpSpPr>
          <a:xfrm>
            <a:off x="5905833" y="2296118"/>
            <a:ext cx="380334" cy="382447"/>
            <a:chOff x="3746500" y="1344613"/>
            <a:chExt cx="285750" cy="287338"/>
          </a:xfrm>
          <a:solidFill>
            <a:schemeClr val="bg1"/>
          </a:solidFill>
        </p:grpSpPr>
        <p:sp>
          <p:nvSpPr>
            <p:cNvPr id="59" name="Figura a mano libera 497">
              <a:extLst>
                <a:ext uri="{FF2B5EF4-FFF2-40B4-BE49-F238E27FC236}">
                  <a16:creationId xmlns:a16="http://schemas.microsoft.com/office/drawing/2014/main" id="{4325703C-49C2-4EC8-BBAF-CE488FCB0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500" y="1344613"/>
              <a:ext cx="285750" cy="182563"/>
            </a:xfrm>
            <a:custGeom>
              <a:avLst/>
              <a:gdLst>
                <a:gd name="T0" fmla="*/ 0 w 903"/>
                <a:gd name="T1" fmla="*/ 0 h 573"/>
                <a:gd name="T2" fmla="*/ 0 w 903"/>
                <a:gd name="T3" fmla="*/ 467 h 573"/>
                <a:gd name="T4" fmla="*/ 1 w 903"/>
                <a:gd name="T5" fmla="*/ 459 h 573"/>
                <a:gd name="T6" fmla="*/ 2 w 903"/>
                <a:gd name="T7" fmla="*/ 453 h 573"/>
                <a:gd name="T8" fmla="*/ 5 w 903"/>
                <a:gd name="T9" fmla="*/ 446 h 573"/>
                <a:gd name="T10" fmla="*/ 8 w 903"/>
                <a:gd name="T11" fmla="*/ 440 h 573"/>
                <a:gd name="T12" fmla="*/ 12 w 903"/>
                <a:gd name="T13" fmla="*/ 434 h 573"/>
                <a:gd name="T14" fmla="*/ 18 w 903"/>
                <a:gd name="T15" fmla="*/ 428 h 573"/>
                <a:gd name="T16" fmla="*/ 23 w 903"/>
                <a:gd name="T17" fmla="*/ 423 h 573"/>
                <a:gd name="T18" fmla="*/ 30 w 903"/>
                <a:gd name="T19" fmla="*/ 419 h 573"/>
                <a:gd name="T20" fmla="*/ 30 w 903"/>
                <a:gd name="T21" fmla="*/ 30 h 573"/>
                <a:gd name="T22" fmla="*/ 873 w 903"/>
                <a:gd name="T23" fmla="*/ 30 h 573"/>
                <a:gd name="T24" fmla="*/ 873 w 903"/>
                <a:gd name="T25" fmla="*/ 543 h 573"/>
                <a:gd name="T26" fmla="*/ 481 w 903"/>
                <a:gd name="T27" fmla="*/ 543 h 573"/>
                <a:gd name="T28" fmla="*/ 481 w 903"/>
                <a:gd name="T29" fmla="*/ 573 h 573"/>
                <a:gd name="T30" fmla="*/ 903 w 903"/>
                <a:gd name="T31" fmla="*/ 573 h 573"/>
                <a:gd name="T32" fmla="*/ 903 w 903"/>
                <a:gd name="T33" fmla="*/ 0 h 573"/>
                <a:gd name="T34" fmla="*/ 0 w 903"/>
                <a:gd name="T35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3" h="573">
                  <a:moveTo>
                    <a:pt x="0" y="0"/>
                  </a:moveTo>
                  <a:lnTo>
                    <a:pt x="0" y="467"/>
                  </a:lnTo>
                  <a:lnTo>
                    <a:pt x="1" y="459"/>
                  </a:lnTo>
                  <a:lnTo>
                    <a:pt x="2" y="453"/>
                  </a:lnTo>
                  <a:lnTo>
                    <a:pt x="5" y="446"/>
                  </a:lnTo>
                  <a:lnTo>
                    <a:pt x="8" y="440"/>
                  </a:lnTo>
                  <a:lnTo>
                    <a:pt x="12" y="434"/>
                  </a:lnTo>
                  <a:lnTo>
                    <a:pt x="18" y="428"/>
                  </a:lnTo>
                  <a:lnTo>
                    <a:pt x="23" y="423"/>
                  </a:lnTo>
                  <a:lnTo>
                    <a:pt x="30" y="419"/>
                  </a:lnTo>
                  <a:lnTo>
                    <a:pt x="30" y="30"/>
                  </a:lnTo>
                  <a:lnTo>
                    <a:pt x="873" y="30"/>
                  </a:lnTo>
                  <a:lnTo>
                    <a:pt x="873" y="543"/>
                  </a:lnTo>
                  <a:lnTo>
                    <a:pt x="481" y="543"/>
                  </a:lnTo>
                  <a:lnTo>
                    <a:pt x="481" y="573"/>
                  </a:lnTo>
                  <a:lnTo>
                    <a:pt x="903" y="573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60" name="Figura a mano libera 498">
              <a:extLst>
                <a:ext uri="{FF2B5EF4-FFF2-40B4-BE49-F238E27FC236}">
                  <a16:creationId xmlns:a16="http://schemas.microsoft.com/office/drawing/2014/main" id="{A721923B-8DD3-47E1-B174-6D9950E778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5075" y="1373188"/>
              <a:ext cx="228600" cy="125413"/>
            </a:xfrm>
            <a:custGeom>
              <a:avLst/>
              <a:gdLst>
                <a:gd name="T0" fmla="*/ 330 w 723"/>
                <a:gd name="T1" fmla="*/ 283 h 392"/>
                <a:gd name="T2" fmla="*/ 295 w 723"/>
                <a:gd name="T3" fmla="*/ 263 h 392"/>
                <a:gd name="T4" fmla="*/ 269 w 723"/>
                <a:gd name="T5" fmla="*/ 232 h 392"/>
                <a:gd name="T6" fmla="*/ 257 w 723"/>
                <a:gd name="T7" fmla="*/ 192 h 392"/>
                <a:gd name="T8" fmla="*/ 260 w 723"/>
                <a:gd name="T9" fmla="*/ 151 h 392"/>
                <a:gd name="T10" fmla="*/ 281 w 723"/>
                <a:gd name="T11" fmla="*/ 115 h 392"/>
                <a:gd name="T12" fmla="*/ 312 w 723"/>
                <a:gd name="T13" fmla="*/ 90 h 392"/>
                <a:gd name="T14" fmla="*/ 350 w 723"/>
                <a:gd name="T15" fmla="*/ 77 h 392"/>
                <a:gd name="T16" fmla="*/ 392 w 723"/>
                <a:gd name="T17" fmla="*/ 81 h 392"/>
                <a:gd name="T18" fmla="*/ 429 w 723"/>
                <a:gd name="T19" fmla="*/ 100 h 392"/>
                <a:gd name="T20" fmla="*/ 454 w 723"/>
                <a:gd name="T21" fmla="*/ 131 h 392"/>
                <a:gd name="T22" fmla="*/ 466 w 723"/>
                <a:gd name="T23" fmla="*/ 171 h 392"/>
                <a:gd name="T24" fmla="*/ 462 w 723"/>
                <a:gd name="T25" fmla="*/ 213 h 392"/>
                <a:gd name="T26" fmla="*/ 443 w 723"/>
                <a:gd name="T27" fmla="*/ 248 h 392"/>
                <a:gd name="T28" fmla="*/ 412 w 723"/>
                <a:gd name="T29" fmla="*/ 274 h 392"/>
                <a:gd name="T30" fmla="*/ 372 w 723"/>
                <a:gd name="T31" fmla="*/ 287 h 392"/>
                <a:gd name="T32" fmla="*/ 96 w 723"/>
                <a:gd name="T33" fmla="*/ 151 h 392"/>
                <a:gd name="T34" fmla="*/ 68 w 723"/>
                <a:gd name="T35" fmla="*/ 131 h 392"/>
                <a:gd name="T36" fmla="*/ 61 w 723"/>
                <a:gd name="T37" fmla="*/ 97 h 392"/>
                <a:gd name="T38" fmla="*/ 80 w 723"/>
                <a:gd name="T39" fmla="*/ 69 h 392"/>
                <a:gd name="T40" fmla="*/ 114 w 723"/>
                <a:gd name="T41" fmla="*/ 63 h 392"/>
                <a:gd name="T42" fmla="*/ 143 w 723"/>
                <a:gd name="T43" fmla="*/ 81 h 392"/>
                <a:gd name="T44" fmla="*/ 150 w 723"/>
                <a:gd name="T45" fmla="*/ 115 h 392"/>
                <a:gd name="T46" fmla="*/ 131 w 723"/>
                <a:gd name="T47" fmla="*/ 144 h 392"/>
                <a:gd name="T48" fmla="*/ 106 w 723"/>
                <a:gd name="T49" fmla="*/ 152 h 392"/>
                <a:gd name="T50" fmla="*/ 642 w 723"/>
                <a:gd name="T51" fmla="*/ 249 h 392"/>
                <a:gd name="T52" fmla="*/ 661 w 723"/>
                <a:gd name="T53" fmla="*/ 278 h 392"/>
                <a:gd name="T54" fmla="*/ 655 w 723"/>
                <a:gd name="T55" fmla="*/ 313 h 392"/>
                <a:gd name="T56" fmla="*/ 626 w 723"/>
                <a:gd name="T57" fmla="*/ 331 h 392"/>
                <a:gd name="T58" fmla="*/ 592 w 723"/>
                <a:gd name="T59" fmla="*/ 324 h 392"/>
                <a:gd name="T60" fmla="*/ 573 w 723"/>
                <a:gd name="T61" fmla="*/ 297 h 392"/>
                <a:gd name="T62" fmla="*/ 580 w 723"/>
                <a:gd name="T63" fmla="*/ 262 h 392"/>
                <a:gd name="T64" fmla="*/ 608 w 723"/>
                <a:gd name="T65" fmla="*/ 243 h 392"/>
                <a:gd name="T66" fmla="*/ 669 w 723"/>
                <a:gd name="T67" fmla="*/ 392 h 392"/>
                <a:gd name="T68" fmla="*/ 691 w 723"/>
                <a:gd name="T69" fmla="*/ 386 h 392"/>
                <a:gd name="T70" fmla="*/ 709 w 723"/>
                <a:gd name="T71" fmla="*/ 371 h 392"/>
                <a:gd name="T72" fmla="*/ 720 w 723"/>
                <a:gd name="T73" fmla="*/ 350 h 392"/>
                <a:gd name="T74" fmla="*/ 723 w 723"/>
                <a:gd name="T75" fmla="*/ 62 h 392"/>
                <a:gd name="T76" fmla="*/ 718 w 723"/>
                <a:gd name="T77" fmla="*/ 38 h 392"/>
                <a:gd name="T78" fmla="*/ 705 w 723"/>
                <a:gd name="T79" fmla="*/ 19 h 392"/>
                <a:gd name="T80" fmla="*/ 686 w 723"/>
                <a:gd name="T81" fmla="*/ 6 h 392"/>
                <a:gd name="T82" fmla="*/ 663 w 723"/>
                <a:gd name="T83" fmla="*/ 2 h 392"/>
                <a:gd name="T84" fmla="*/ 43 w 723"/>
                <a:gd name="T85" fmla="*/ 4 h 392"/>
                <a:gd name="T86" fmla="*/ 22 w 723"/>
                <a:gd name="T87" fmla="*/ 14 h 392"/>
                <a:gd name="T88" fmla="*/ 7 w 723"/>
                <a:gd name="T89" fmla="*/ 33 h 392"/>
                <a:gd name="T90" fmla="*/ 1 w 723"/>
                <a:gd name="T91" fmla="*/ 55 h 392"/>
                <a:gd name="T92" fmla="*/ 46 w 723"/>
                <a:gd name="T93" fmla="*/ 294 h 392"/>
                <a:gd name="T94" fmla="*/ 151 w 723"/>
                <a:gd name="T95" fmla="*/ 287 h 392"/>
                <a:gd name="T96" fmla="*/ 244 w 723"/>
                <a:gd name="T97" fmla="*/ 293 h 392"/>
                <a:gd name="T98" fmla="*/ 326 w 723"/>
                <a:gd name="T99" fmla="*/ 312 h 392"/>
                <a:gd name="T100" fmla="*/ 373 w 723"/>
                <a:gd name="T101" fmla="*/ 337 h 392"/>
                <a:gd name="T102" fmla="*/ 389 w 723"/>
                <a:gd name="T103" fmla="*/ 36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3" h="392">
                  <a:moveTo>
                    <a:pt x="361" y="287"/>
                  </a:moveTo>
                  <a:lnTo>
                    <a:pt x="350" y="287"/>
                  </a:lnTo>
                  <a:lnTo>
                    <a:pt x="341" y="285"/>
                  </a:lnTo>
                  <a:lnTo>
                    <a:pt x="330" y="283"/>
                  </a:lnTo>
                  <a:lnTo>
                    <a:pt x="320" y="278"/>
                  </a:lnTo>
                  <a:lnTo>
                    <a:pt x="312" y="274"/>
                  </a:lnTo>
                  <a:lnTo>
                    <a:pt x="302" y="269"/>
                  </a:lnTo>
                  <a:lnTo>
                    <a:pt x="295" y="263"/>
                  </a:lnTo>
                  <a:lnTo>
                    <a:pt x="287" y="256"/>
                  </a:lnTo>
                  <a:lnTo>
                    <a:pt x="281" y="248"/>
                  </a:lnTo>
                  <a:lnTo>
                    <a:pt x="274" y="241"/>
                  </a:lnTo>
                  <a:lnTo>
                    <a:pt x="269" y="232"/>
                  </a:lnTo>
                  <a:lnTo>
                    <a:pt x="265" y="223"/>
                  </a:lnTo>
                  <a:lnTo>
                    <a:pt x="260" y="213"/>
                  </a:lnTo>
                  <a:lnTo>
                    <a:pt x="258" y="203"/>
                  </a:lnTo>
                  <a:lnTo>
                    <a:pt x="257" y="192"/>
                  </a:lnTo>
                  <a:lnTo>
                    <a:pt x="256" y="182"/>
                  </a:lnTo>
                  <a:lnTo>
                    <a:pt x="257" y="171"/>
                  </a:lnTo>
                  <a:lnTo>
                    <a:pt x="258" y="160"/>
                  </a:lnTo>
                  <a:lnTo>
                    <a:pt x="260" y="151"/>
                  </a:lnTo>
                  <a:lnTo>
                    <a:pt x="265" y="141"/>
                  </a:lnTo>
                  <a:lnTo>
                    <a:pt x="269" y="131"/>
                  </a:lnTo>
                  <a:lnTo>
                    <a:pt x="274" y="123"/>
                  </a:lnTo>
                  <a:lnTo>
                    <a:pt x="281" y="115"/>
                  </a:lnTo>
                  <a:lnTo>
                    <a:pt x="287" y="108"/>
                  </a:lnTo>
                  <a:lnTo>
                    <a:pt x="295" y="100"/>
                  </a:lnTo>
                  <a:lnTo>
                    <a:pt x="302" y="95"/>
                  </a:lnTo>
                  <a:lnTo>
                    <a:pt x="312" y="90"/>
                  </a:lnTo>
                  <a:lnTo>
                    <a:pt x="320" y="84"/>
                  </a:lnTo>
                  <a:lnTo>
                    <a:pt x="330" y="81"/>
                  </a:lnTo>
                  <a:lnTo>
                    <a:pt x="341" y="79"/>
                  </a:lnTo>
                  <a:lnTo>
                    <a:pt x="350" y="77"/>
                  </a:lnTo>
                  <a:lnTo>
                    <a:pt x="361" y="77"/>
                  </a:lnTo>
                  <a:lnTo>
                    <a:pt x="372" y="77"/>
                  </a:lnTo>
                  <a:lnTo>
                    <a:pt x="383" y="79"/>
                  </a:lnTo>
                  <a:lnTo>
                    <a:pt x="392" y="81"/>
                  </a:lnTo>
                  <a:lnTo>
                    <a:pt x="403" y="84"/>
                  </a:lnTo>
                  <a:lnTo>
                    <a:pt x="412" y="90"/>
                  </a:lnTo>
                  <a:lnTo>
                    <a:pt x="420" y="95"/>
                  </a:lnTo>
                  <a:lnTo>
                    <a:pt x="429" y="100"/>
                  </a:lnTo>
                  <a:lnTo>
                    <a:pt x="436" y="108"/>
                  </a:lnTo>
                  <a:lnTo>
                    <a:pt x="443" y="115"/>
                  </a:lnTo>
                  <a:lnTo>
                    <a:pt x="449" y="123"/>
                  </a:lnTo>
                  <a:lnTo>
                    <a:pt x="454" y="131"/>
                  </a:lnTo>
                  <a:lnTo>
                    <a:pt x="459" y="141"/>
                  </a:lnTo>
                  <a:lnTo>
                    <a:pt x="462" y="151"/>
                  </a:lnTo>
                  <a:lnTo>
                    <a:pt x="465" y="160"/>
                  </a:lnTo>
                  <a:lnTo>
                    <a:pt x="466" y="171"/>
                  </a:lnTo>
                  <a:lnTo>
                    <a:pt x="467" y="182"/>
                  </a:lnTo>
                  <a:lnTo>
                    <a:pt x="466" y="192"/>
                  </a:lnTo>
                  <a:lnTo>
                    <a:pt x="465" y="203"/>
                  </a:lnTo>
                  <a:lnTo>
                    <a:pt x="462" y="213"/>
                  </a:lnTo>
                  <a:lnTo>
                    <a:pt x="459" y="223"/>
                  </a:lnTo>
                  <a:lnTo>
                    <a:pt x="454" y="232"/>
                  </a:lnTo>
                  <a:lnTo>
                    <a:pt x="449" y="241"/>
                  </a:lnTo>
                  <a:lnTo>
                    <a:pt x="443" y="248"/>
                  </a:lnTo>
                  <a:lnTo>
                    <a:pt x="436" y="256"/>
                  </a:lnTo>
                  <a:lnTo>
                    <a:pt x="429" y="263"/>
                  </a:lnTo>
                  <a:lnTo>
                    <a:pt x="420" y="269"/>
                  </a:lnTo>
                  <a:lnTo>
                    <a:pt x="412" y="274"/>
                  </a:lnTo>
                  <a:lnTo>
                    <a:pt x="403" y="278"/>
                  </a:lnTo>
                  <a:lnTo>
                    <a:pt x="392" y="283"/>
                  </a:lnTo>
                  <a:lnTo>
                    <a:pt x="383" y="285"/>
                  </a:lnTo>
                  <a:lnTo>
                    <a:pt x="372" y="287"/>
                  </a:lnTo>
                  <a:lnTo>
                    <a:pt x="361" y="287"/>
                  </a:lnTo>
                  <a:lnTo>
                    <a:pt x="361" y="287"/>
                  </a:lnTo>
                  <a:close/>
                  <a:moveTo>
                    <a:pt x="106" y="152"/>
                  </a:moveTo>
                  <a:lnTo>
                    <a:pt x="96" y="151"/>
                  </a:lnTo>
                  <a:lnTo>
                    <a:pt x="88" y="149"/>
                  </a:lnTo>
                  <a:lnTo>
                    <a:pt x="80" y="144"/>
                  </a:lnTo>
                  <a:lnTo>
                    <a:pt x="74" y="139"/>
                  </a:lnTo>
                  <a:lnTo>
                    <a:pt x="68" y="131"/>
                  </a:lnTo>
                  <a:lnTo>
                    <a:pt x="64" y="124"/>
                  </a:lnTo>
                  <a:lnTo>
                    <a:pt x="61" y="115"/>
                  </a:lnTo>
                  <a:lnTo>
                    <a:pt x="61" y="107"/>
                  </a:lnTo>
                  <a:lnTo>
                    <a:pt x="61" y="97"/>
                  </a:lnTo>
                  <a:lnTo>
                    <a:pt x="64" y="88"/>
                  </a:lnTo>
                  <a:lnTo>
                    <a:pt x="68" y="81"/>
                  </a:lnTo>
                  <a:lnTo>
                    <a:pt x="74" y="74"/>
                  </a:lnTo>
                  <a:lnTo>
                    <a:pt x="80" y="69"/>
                  </a:lnTo>
                  <a:lnTo>
                    <a:pt x="88" y="65"/>
                  </a:lnTo>
                  <a:lnTo>
                    <a:pt x="96" y="63"/>
                  </a:lnTo>
                  <a:lnTo>
                    <a:pt x="106" y="62"/>
                  </a:lnTo>
                  <a:lnTo>
                    <a:pt x="114" y="63"/>
                  </a:lnTo>
                  <a:lnTo>
                    <a:pt x="123" y="65"/>
                  </a:lnTo>
                  <a:lnTo>
                    <a:pt x="131" y="69"/>
                  </a:lnTo>
                  <a:lnTo>
                    <a:pt x="137" y="74"/>
                  </a:lnTo>
                  <a:lnTo>
                    <a:pt x="143" y="81"/>
                  </a:lnTo>
                  <a:lnTo>
                    <a:pt x="147" y="88"/>
                  </a:lnTo>
                  <a:lnTo>
                    <a:pt x="150" y="97"/>
                  </a:lnTo>
                  <a:lnTo>
                    <a:pt x="151" y="107"/>
                  </a:lnTo>
                  <a:lnTo>
                    <a:pt x="150" y="115"/>
                  </a:lnTo>
                  <a:lnTo>
                    <a:pt x="148" y="124"/>
                  </a:lnTo>
                  <a:lnTo>
                    <a:pt x="143" y="131"/>
                  </a:lnTo>
                  <a:lnTo>
                    <a:pt x="137" y="139"/>
                  </a:lnTo>
                  <a:lnTo>
                    <a:pt x="131" y="144"/>
                  </a:lnTo>
                  <a:lnTo>
                    <a:pt x="123" y="149"/>
                  </a:lnTo>
                  <a:lnTo>
                    <a:pt x="114" y="151"/>
                  </a:lnTo>
                  <a:lnTo>
                    <a:pt x="106" y="152"/>
                  </a:lnTo>
                  <a:lnTo>
                    <a:pt x="106" y="152"/>
                  </a:lnTo>
                  <a:close/>
                  <a:moveTo>
                    <a:pt x="617" y="242"/>
                  </a:moveTo>
                  <a:lnTo>
                    <a:pt x="626" y="243"/>
                  </a:lnTo>
                  <a:lnTo>
                    <a:pt x="635" y="245"/>
                  </a:lnTo>
                  <a:lnTo>
                    <a:pt x="642" y="249"/>
                  </a:lnTo>
                  <a:lnTo>
                    <a:pt x="650" y="255"/>
                  </a:lnTo>
                  <a:lnTo>
                    <a:pt x="655" y="262"/>
                  </a:lnTo>
                  <a:lnTo>
                    <a:pt x="659" y="270"/>
                  </a:lnTo>
                  <a:lnTo>
                    <a:pt x="661" y="278"/>
                  </a:lnTo>
                  <a:lnTo>
                    <a:pt x="663" y="287"/>
                  </a:lnTo>
                  <a:lnTo>
                    <a:pt x="661" y="297"/>
                  </a:lnTo>
                  <a:lnTo>
                    <a:pt x="659" y="305"/>
                  </a:lnTo>
                  <a:lnTo>
                    <a:pt x="655" y="313"/>
                  </a:lnTo>
                  <a:lnTo>
                    <a:pt x="650" y="319"/>
                  </a:lnTo>
                  <a:lnTo>
                    <a:pt x="642" y="324"/>
                  </a:lnTo>
                  <a:lnTo>
                    <a:pt x="635" y="329"/>
                  </a:lnTo>
                  <a:lnTo>
                    <a:pt x="626" y="331"/>
                  </a:lnTo>
                  <a:lnTo>
                    <a:pt x="617" y="332"/>
                  </a:lnTo>
                  <a:lnTo>
                    <a:pt x="608" y="331"/>
                  </a:lnTo>
                  <a:lnTo>
                    <a:pt x="600" y="329"/>
                  </a:lnTo>
                  <a:lnTo>
                    <a:pt x="592" y="324"/>
                  </a:lnTo>
                  <a:lnTo>
                    <a:pt x="585" y="319"/>
                  </a:lnTo>
                  <a:lnTo>
                    <a:pt x="580" y="313"/>
                  </a:lnTo>
                  <a:lnTo>
                    <a:pt x="576" y="305"/>
                  </a:lnTo>
                  <a:lnTo>
                    <a:pt x="573" y="297"/>
                  </a:lnTo>
                  <a:lnTo>
                    <a:pt x="572" y="287"/>
                  </a:lnTo>
                  <a:lnTo>
                    <a:pt x="573" y="278"/>
                  </a:lnTo>
                  <a:lnTo>
                    <a:pt x="576" y="270"/>
                  </a:lnTo>
                  <a:lnTo>
                    <a:pt x="580" y="262"/>
                  </a:lnTo>
                  <a:lnTo>
                    <a:pt x="585" y="255"/>
                  </a:lnTo>
                  <a:lnTo>
                    <a:pt x="592" y="249"/>
                  </a:lnTo>
                  <a:lnTo>
                    <a:pt x="600" y="245"/>
                  </a:lnTo>
                  <a:lnTo>
                    <a:pt x="608" y="243"/>
                  </a:lnTo>
                  <a:lnTo>
                    <a:pt x="617" y="242"/>
                  </a:lnTo>
                  <a:close/>
                  <a:moveTo>
                    <a:pt x="391" y="392"/>
                  </a:moveTo>
                  <a:lnTo>
                    <a:pt x="663" y="392"/>
                  </a:lnTo>
                  <a:lnTo>
                    <a:pt x="669" y="392"/>
                  </a:lnTo>
                  <a:lnTo>
                    <a:pt x="674" y="391"/>
                  </a:lnTo>
                  <a:lnTo>
                    <a:pt x="681" y="390"/>
                  </a:lnTo>
                  <a:lnTo>
                    <a:pt x="686" y="388"/>
                  </a:lnTo>
                  <a:lnTo>
                    <a:pt x="691" y="386"/>
                  </a:lnTo>
                  <a:lnTo>
                    <a:pt x="697" y="382"/>
                  </a:lnTo>
                  <a:lnTo>
                    <a:pt x="701" y="379"/>
                  </a:lnTo>
                  <a:lnTo>
                    <a:pt x="705" y="375"/>
                  </a:lnTo>
                  <a:lnTo>
                    <a:pt x="709" y="371"/>
                  </a:lnTo>
                  <a:lnTo>
                    <a:pt x="713" y="366"/>
                  </a:lnTo>
                  <a:lnTo>
                    <a:pt x="715" y="361"/>
                  </a:lnTo>
                  <a:lnTo>
                    <a:pt x="718" y="356"/>
                  </a:lnTo>
                  <a:lnTo>
                    <a:pt x="720" y="350"/>
                  </a:lnTo>
                  <a:lnTo>
                    <a:pt x="721" y="345"/>
                  </a:lnTo>
                  <a:lnTo>
                    <a:pt x="723" y="338"/>
                  </a:lnTo>
                  <a:lnTo>
                    <a:pt x="723" y="332"/>
                  </a:lnTo>
                  <a:lnTo>
                    <a:pt x="723" y="62"/>
                  </a:lnTo>
                  <a:lnTo>
                    <a:pt x="723" y="55"/>
                  </a:lnTo>
                  <a:lnTo>
                    <a:pt x="721" y="49"/>
                  </a:lnTo>
                  <a:lnTo>
                    <a:pt x="720" y="43"/>
                  </a:lnTo>
                  <a:lnTo>
                    <a:pt x="718" y="38"/>
                  </a:lnTo>
                  <a:lnTo>
                    <a:pt x="715" y="33"/>
                  </a:lnTo>
                  <a:lnTo>
                    <a:pt x="713" y="27"/>
                  </a:lnTo>
                  <a:lnTo>
                    <a:pt x="709" y="23"/>
                  </a:lnTo>
                  <a:lnTo>
                    <a:pt x="705" y="19"/>
                  </a:lnTo>
                  <a:lnTo>
                    <a:pt x="701" y="14"/>
                  </a:lnTo>
                  <a:lnTo>
                    <a:pt x="697" y="11"/>
                  </a:lnTo>
                  <a:lnTo>
                    <a:pt x="691" y="8"/>
                  </a:lnTo>
                  <a:lnTo>
                    <a:pt x="686" y="6"/>
                  </a:lnTo>
                  <a:lnTo>
                    <a:pt x="681" y="4"/>
                  </a:lnTo>
                  <a:lnTo>
                    <a:pt x="674" y="3"/>
                  </a:lnTo>
                  <a:lnTo>
                    <a:pt x="669" y="2"/>
                  </a:lnTo>
                  <a:lnTo>
                    <a:pt x="663" y="2"/>
                  </a:lnTo>
                  <a:lnTo>
                    <a:pt x="61" y="0"/>
                  </a:lnTo>
                  <a:lnTo>
                    <a:pt x="54" y="2"/>
                  </a:lnTo>
                  <a:lnTo>
                    <a:pt x="48" y="3"/>
                  </a:lnTo>
                  <a:lnTo>
                    <a:pt x="43" y="4"/>
                  </a:lnTo>
                  <a:lnTo>
                    <a:pt x="37" y="6"/>
                  </a:lnTo>
                  <a:lnTo>
                    <a:pt x="32" y="8"/>
                  </a:lnTo>
                  <a:lnTo>
                    <a:pt x="27" y="11"/>
                  </a:lnTo>
                  <a:lnTo>
                    <a:pt x="22" y="14"/>
                  </a:lnTo>
                  <a:lnTo>
                    <a:pt x="18" y="19"/>
                  </a:lnTo>
                  <a:lnTo>
                    <a:pt x="14" y="23"/>
                  </a:lnTo>
                  <a:lnTo>
                    <a:pt x="10" y="27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3" y="43"/>
                  </a:lnTo>
                  <a:lnTo>
                    <a:pt x="2" y="49"/>
                  </a:lnTo>
                  <a:lnTo>
                    <a:pt x="1" y="55"/>
                  </a:lnTo>
                  <a:lnTo>
                    <a:pt x="0" y="62"/>
                  </a:lnTo>
                  <a:lnTo>
                    <a:pt x="0" y="304"/>
                  </a:lnTo>
                  <a:lnTo>
                    <a:pt x="22" y="299"/>
                  </a:lnTo>
                  <a:lnTo>
                    <a:pt x="46" y="294"/>
                  </a:lnTo>
                  <a:lnTo>
                    <a:pt x="68" y="291"/>
                  </a:lnTo>
                  <a:lnTo>
                    <a:pt x="90" y="290"/>
                  </a:lnTo>
                  <a:lnTo>
                    <a:pt x="126" y="288"/>
                  </a:lnTo>
                  <a:lnTo>
                    <a:pt x="151" y="287"/>
                  </a:lnTo>
                  <a:lnTo>
                    <a:pt x="172" y="288"/>
                  </a:lnTo>
                  <a:lnTo>
                    <a:pt x="206" y="289"/>
                  </a:lnTo>
                  <a:lnTo>
                    <a:pt x="225" y="291"/>
                  </a:lnTo>
                  <a:lnTo>
                    <a:pt x="244" y="293"/>
                  </a:lnTo>
                  <a:lnTo>
                    <a:pt x="266" y="297"/>
                  </a:lnTo>
                  <a:lnTo>
                    <a:pt x="286" y="300"/>
                  </a:lnTo>
                  <a:lnTo>
                    <a:pt x="306" y="305"/>
                  </a:lnTo>
                  <a:lnTo>
                    <a:pt x="326" y="312"/>
                  </a:lnTo>
                  <a:lnTo>
                    <a:pt x="344" y="318"/>
                  </a:lnTo>
                  <a:lnTo>
                    <a:pt x="360" y="327"/>
                  </a:lnTo>
                  <a:lnTo>
                    <a:pt x="366" y="332"/>
                  </a:lnTo>
                  <a:lnTo>
                    <a:pt x="373" y="337"/>
                  </a:lnTo>
                  <a:lnTo>
                    <a:pt x="378" y="343"/>
                  </a:lnTo>
                  <a:lnTo>
                    <a:pt x="383" y="349"/>
                  </a:lnTo>
                  <a:lnTo>
                    <a:pt x="387" y="356"/>
                  </a:lnTo>
                  <a:lnTo>
                    <a:pt x="389" y="362"/>
                  </a:lnTo>
                  <a:lnTo>
                    <a:pt x="391" y="369"/>
                  </a:lnTo>
                  <a:lnTo>
                    <a:pt x="391" y="377"/>
                  </a:lnTo>
                  <a:lnTo>
                    <a:pt x="391" y="3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61" name="Figura a mano libera 499">
              <a:extLst>
                <a:ext uri="{FF2B5EF4-FFF2-40B4-BE49-F238E27FC236}">
                  <a16:creationId xmlns:a16="http://schemas.microsoft.com/office/drawing/2014/main" id="{A8E6691B-D48E-4F27-BFB8-39275098B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98613"/>
              <a:ext cx="133350" cy="33338"/>
            </a:xfrm>
            <a:custGeom>
              <a:avLst/>
              <a:gdLst>
                <a:gd name="T0" fmla="*/ 0 w 421"/>
                <a:gd name="T1" fmla="*/ 44 h 104"/>
                <a:gd name="T2" fmla="*/ 2 w 421"/>
                <a:gd name="T3" fmla="*/ 52 h 104"/>
                <a:gd name="T4" fmla="*/ 5 w 421"/>
                <a:gd name="T5" fmla="*/ 56 h 104"/>
                <a:gd name="T6" fmla="*/ 6 w 421"/>
                <a:gd name="T7" fmla="*/ 59 h 104"/>
                <a:gd name="T8" fmla="*/ 11 w 421"/>
                <a:gd name="T9" fmla="*/ 65 h 104"/>
                <a:gd name="T10" fmla="*/ 13 w 421"/>
                <a:gd name="T11" fmla="*/ 65 h 104"/>
                <a:gd name="T12" fmla="*/ 31 w 421"/>
                <a:gd name="T13" fmla="*/ 76 h 104"/>
                <a:gd name="T14" fmla="*/ 32 w 421"/>
                <a:gd name="T15" fmla="*/ 77 h 104"/>
                <a:gd name="T16" fmla="*/ 41 w 421"/>
                <a:gd name="T17" fmla="*/ 80 h 104"/>
                <a:gd name="T18" fmla="*/ 45 w 421"/>
                <a:gd name="T19" fmla="*/ 81 h 104"/>
                <a:gd name="T20" fmla="*/ 53 w 421"/>
                <a:gd name="T21" fmla="*/ 84 h 104"/>
                <a:gd name="T22" fmla="*/ 61 w 421"/>
                <a:gd name="T23" fmla="*/ 86 h 104"/>
                <a:gd name="T24" fmla="*/ 66 w 421"/>
                <a:gd name="T25" fmla="*/ 87 h 104"/>
                <a:gd name="T26" fmla="*/ 98 w 421"/>
                <a:gd name="T27" fmla="*/ 95 h 104"/>
                <a:gd name="T28" fmla="*/ 133 w 421"/>
                <a:gd name="T29" fmla="*/ 99 h 104"/>
                <a:gd name="T30" fmla="*/ 197 w 421"/>
                <a:gd name="T31" fmla="*/ 104 h 104"/>
                <a:gd name="T32" fmla="*/ 211 w 421"/>
                <a:gd name="T33" fmla="*/ 104 h 104"/>
                <a:gd name="T34" fmla="*/ 225 w 421"/>
                <a:gd name="T35" fmla="*/ 104 h 104"/>
                <a:gd name="T36" fmla="*/ 289 w 421"/>
                <a:gd name="T37" fmla="*/ 99 h 104"/>
                <a:gd name="T38" fmla="*/ 322 w 421"/>
                <a:gd name="T39" fmla="*/ 95 h 104"/>
                <a:gd name="T40" fmla="*/ 356 w 421"/>
                <a:gd name="T41" fmla="*/ 87 h 104"/>
                <a:gd name="T42" fmla="*/ 360 w 421"/>
                <a:gd name="T43" fmla="*/ 86 h 104"/>
                <a:gd name="T44" fmla="*/ 368 w 421"/>
                <a:gd name="T45" fmla="*/ 84 h 104"/>
                <a:gd name="T46" fmla="*/ 376 w 421"/>
                <a:gd name="T47" fmla="*/ 81 h 104"/>
                <a:gd name="T48" fmla="*/ 379 w 421"/>
                <a:gd name="T49" fmla="*/ 80 h 104"/>
                <a:gd name="T50" fmla="*/ 390 w 421"/>
                <a:gd name="T51" fmla="*/ 77 h 104"/>
                <a:gd name="T52" fmla="*/ 391 w 421"/>
                <a:gd name="T53" fmla="*/ 76 h 104"/>
                <a:gd name="T54" fmla="*/ 409 w 421"/>
                <a:gd name="T55" fmla="*/ 65 h 104"/>
                <a:gd name="T56" fmla="*/ 409 w 421"/>
                <a:gd name="T57" fmla="*/ 65 h 104"/>
                <a:gd name="T58" fmla="*/ 416 w 421"/>
                <a:gd name="T59" fmla="*/ 59 h 104"/>
                <a:gd name="T60" fmla="*/ 417 w 421"/>
                <a:gd name="T61" fmla="*/ 56 h 104"/>
                <a:gd name="T62" fmla="*/ 420 w 421"/>
                <a:gd name="T63" fmla="*/ 52 h 104"/>
                <a:gd name="T64" fmla="*/ 421 w 421"/>
                <a:gd name="T65" fmla="*/ 44 h 104"/>
                <a:gd name="T66" fmla="*/ 410 w 421"/>
                <a:gd name="T67" fmla="*/ 4 h 104"/>
                <a:gd name="T68" fmla="*/ 386 w 421"/>
                <a:gd name="T69" fmla="*/ 10 h 104"/>
                <a:gd name="T70" fmla="*/ 344 w 421"/>
                <a:gd name="T71" fmla="*/ 19 h 104"/>
                <a:gd name="T72" fmla="*/ 284 w 421"/>
                <a:gd name="T73" fmla="*/ 25 h 104"/>
                <a:gd name="T74" fmla="*/ 231 w 421"/>
                <a:gd name="T75" fmla="*/ 28 h 104"/>
                <a:gd name="T76" fmla="*/ 191 w 421"/>
                <a:gd name="T77" fmla="*/ 28 h 104"/>
                <a:gd name="T78" fmla="*/ 138 w 421"/>
                <a:gd name="T79" fmla="*/ 25 h 104"/>
                <a:gd name="T80" fmla="*/ 78 w 421"/>
                <a:gd name="T81" fmla="*/ 19 h 104"/>
                <a:gd name="T82" fmla="*/ 35 w 421"/>
                <a:gd name="T83" fmla="*/ 10 h 104"/>
                <a:gd name="T84" fmla="*/ 10 w 421"/>
                <a:gd name="T85" fmla="*/ 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1" h="104">
                  <a:moveTo>
                    <a:pt x="0" y="0"/>
                  </a:moveTo>
                  <a:lnTo>
                    <a:pt x="0" y="44"/>
                  </a:lnTo>
                  <a:lnTo>
                    <a:pt x="1" y="48"/>
                  </a:lnTo>
                  <a:lnTo>
                    <a:pt x="2" y="52"/>
                  </a:lnTo>
                  <a:lnTo>
                    <a:pt x="3" y="54"/>
                  </a:lnTo>
                  <a:lnTo>
                    <a:pt x="5" y="56"/>
                  </a:lnTo>
                  <a:lnTo>
                    <a:pt x="5" y="57"/>
                  </a:lnTo>
                  <a:lnTo>
                    <a:pt x="6" y="59"/>
                  </a:lnTo>
                  <a:lnTo>
                    <a:pt x="8" y="62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3" y="65"/>
                  </a:lnTo>
                  <a:lnTo>
                    <a:pt x="20" y="70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2" y="77"/>
                  </a:lnTo>
                  <a:lnTo>
                    <a:pt x="36" y="79"/>
                  </a:lnTo>
                  <a:lnTo>
                    <a:pt x="41" y="80"/>
                  </a:lnTo>
                  <a:lnTo>
                    <a:pt x="44" y="81"/>
                  </a:lnTo>
                  <a:lnTo>
                    <a:pt x="45" y="81"/>
                  </a:lnTo>
                  <a:lnTo>
                    <a:pt x="49" y="83"/>
                  </a:lnTo>
                  <a:lnTo>
                    <a:pt x="53" y="84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4" y="87"/>
                  </a:lnTo>
                  <a:lnTo>
                    <a:pt x="66" y="87"/>
                  </a:lnTo>
                  <a:lnTo>
                    <a:pt x="82" y="92"/>
                  </a:lnTo>
                  <a:lnTo>
                    <a:pt x="98" y="95"/>
                  </a:lnTo>
                  <a:lnTo>
                    <a:pt x="115" y="97"/>
                  </a:lnTo>
                  <a:lnTo>
                    <a:pt x="133" y="99"/>
                  </a:lnTo>
                  <a:lnTo>
                    <a:pt x="166" y="102"/>
                  </a:lnTo>
                  <a:lnTo>
                    <a:pt x="197" y="104"/>
                  </a:lnTo>
                  <a:lnTo>
                    <a:pt x="203" y="104"/>
                  </a:lnTo>
                  <a:lnTo>
                    <a:pt x="211" y="104"/>
                  </a:lnTo>
                  <a:lnTo>
                    <a:pt x="217" y="104"/>
                  </a:lnTo>
                  <a:lnTo>
                    <a:pt x="225" y="104"/>
                  </a:lnTo>
                  <a:lnTo>
                    <a:pt x="255" y="102"/>
                  </a:lnTo>
                  <a:lnTo>
                    <a:pt x="289" y="99"/>
                  </a:lnTo>
                  <a:lnTo>
                    <a:pt x="306" y="97"/>
                  </a:lnTo>
                  <a:lnTo>
                    <a:pt x="322" y="95"/>
                  </a:lnTo>
                  <a:lnTo>
                    <a:pt x="340" y="92"/>
                  </a:lnTo>
                  <a:lnTo>
                    <a:pt x="356" y="87"/>
                  </a:lnTo>
                  <a:lnTo>
                    <a:pt x="358" y="87"/>
                  </a:lnTo>
                  <a:lnTo>
                    <a:pt x="360" y="86"/>
                  </a:lnTo>
                  <a:lnTo>
                    <a:pt x="364" y="85"/>
                  </a:lnTo>
                  <a:lnTo>
                    <a:pt x="368" y="84"/>
                  </a:lnTo>
                  <a:lnTo>
                    <a:pt x="372" y="83"/>
                  </a:lnTo>
                  <a:lnTo>
                    <a:pt x="376" y="81"/>
                  </a:lnTo>
                  <a:lnTo>
                    <a:pt x="378" y="81"/>
                  </a:lnTo>
                  <a:lnTo>
                    <a:pt x="379" y="80"/>
                  </a:lnTo>
                  <a:lnTo>
                    <a:pt x="385" y="79"/>
                  </a:lnTo>
                  <a:lnTo>
                    <a:pt x="390" y="77"/>
                  </a:lnTo>
                  <a:lnTo>
                    <a:pt x="390" y="76"/>
                  </a:lnTo>
                  <a:lnTo>
                    <a:pt x="391" y="76"/>
                  </a:lnTo>
                  <a:lnTo>
                    <a:pt x="401" y="70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13" y="62"/>
                  </a:lnTo>
                  <a:lnTo>
                    <a:pt x="416" y="59"/>
                  </a:lnTo>
                  <a:lnTo>
                    <a:pt x="417" y="57"/>
                  </a:lnTo>
                  <a:lnTo>
                    <a:pt x="417" y="56"/>
                  </a:lnTo>
                  <a:lnTo>
                    <a:pt x="419" y="54"/>
                  </a:lnTo>
                  <a:lnTo>
                    <a:pt x="420" y="52"/>
                  </a:lnTo>
                  <a:lnTo>
                    <a:pt x="421" y="48"/>
                  </a:lnTo>
                  <a:lnTo>
                    <a:pt x="421" y="44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7"/>
                  </a:lnTo>
                  <a:lnTo>
                    <a:pt x="386" y="10"/>
                  </a:lnTo>
                  <a:lnTo>
                    <a:pt x="373" y="13"/>
                  </a:lnTo>
                  <a:lnTo>
                    <a:pt x="344" y="19"/>
                  </a:lnTo>
                  <a:lnTo>
                    <a:pt x="314" y="23"/>
                  </a:lnTo>
                  <a:lnTo>
                    <a:pt x="284" y="25"/>
                  </a:lnTo>
                  <a:lnTo>
                    <a:pt x="256" y="27"/>
                  </a:lnTo>
                  <a:lnTo>
                    <a:pt x="231" y="28"/>
                  </a:lnTo>
                  <a:lnTo>
                    <a:pt x="211" y="28"/>
                  </a:lnTo>
                  <a:lnTo>
                    <a:pt x="191" y="28"/>
                  </a:lnTo>
                  <a:lnTo>
                    <a:pt x="166" y="27"/>
                  </a:lnTo>
                  <a:lnTo>
                    <a:pt x="138" y="25"/>
                  </a:lnTo>
                  <a:lnTo>
                    <a:pt x="108" y="23"/>
                  </a:lnTo>
                  <a:lnTo>
                    <a:pt x="78" y="19"/>
                  </a:lnTo>
                  <a:lnTo>
                    <a:pt x="49" y="13"/>
                  </a:lnTo>
                  <a:lnTo>
                    <a:pt x="35" y="10"/>
                  </a:lnTo>
                  <a:lnTo>
                    <a:pt x="22" y="7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62" name="Figura a mano libera 500">
              <a:extLst>
                <a:ext uri="{FF2B5EF4-FFF2-40B4-BE49-F238E27FC236}">
                  <a16:creationId xmlns:a16="http://schemas.microsoft.com/office/drawing/2014/main" id="{5839F0C0-A423-4156-855A-E09BBC0F1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474788"/>
              <a:ext cx="133350" cy="28575"/>
            </a:xfrm>
            <a:custGeom>
              <a:avLst/>
              <a:gdLst>
                <a:gd name="T0" fmla="*/ 420 w 420"/>
                <a:gd name="T1" fmla="*/ 58 h 90"/>
                <a:gd name="T2" fmla="*/ 419 w 420"/>
                <a:gd name="T3" fmla="*/ 55 h 90"/>
                <a:gd name="T4" fmla="*/ 418 w 420"/>
                <a:gd name="T5" fmla="*/ 50 h 90"/>
                <a:gd name="T6" fmla="*/ 416 w 420"/>
                <a:gd name="T7" fmla="*/ 47 h 90"/>
                <a:gd name="T8" fmla="*/ 413 w 420"/>
                <a:gd name="T9" fmla="*/ 44 h 90"/>
                <a:gd name="T10" fmla="*/ 406 w 420"/>
                <a:gd name="T11" fmla="*/ 37 h 90"/>
                <a:gd name="T12" fmla="*/ 397 w 420"/>
                <a:gd name="T13" fmla="*/ 32 h 90"/>
                <a:gd name="T14" fmla="*/ 386 w 420"/>
                <a:gd name="T15" fmla="*/ 27 h 90"/>
                <a:gd name="T16" fmla="*/ 374 w 420"/>
                <a:gd name="T17" fmla="*/ 22 h 90"/>
                <a:gd name="T18" fmla="*/ 360 w 420"/>
                <a:gd name="T19" fmla="*/ 18 h 90"/>
                <a:gd name="T20" fmla="*/ 345 w 420"/>
                <a:gd name="T21" fmla="*/ 14 h 90"/>
                <a:gd name="T22" fmla="*/ 313 w 420"/>
                <a:gd name="T23" fmla="*/ 9 h 90"/>
                <a:gd name="T24" fmla="*/ 277 w 420"/>
                <a:gd name="T25" fmla="*/ 3 h 90"/>
                <a:gd name="T26" fmla="*/ 243 w 420"/>
                <a:gd name="T27" fmla="*/ 1 h 90"/>
                <a:gd name="T28" fmla="*/ 210 w 420"/>
                <a:gd name="T29" fmla="*/ 0 h 90"/>
                <a:gd name="T30" fmla="*/ 172 w 420"/>
                <a:gd name="T31" fmla="*/ 1 h 90"/>
                <a:gd name="T32" fmla="*/ 133 w 420"/>
                <a:gd name="T33" fmla="*/ 4 h 90"/>
                <a:gd name="T34" fmla="*/ 113 w 420"/>
                <a:gd name="T35" fmla="*/ 7 h 90"/>
                <a:gd name="T36" fmla="*/ 94 w 420"/>
                <a:gd name="T37" fmla="*/ 11 h 90"/>
                <a:gd name="T38" fmla="*/ 76 w 420"/>
                <a:gd name="T39" fmla="*/ 14 h 90"/>
                <a:gd name="T40" fmla="*/ 59 w 420"/>
                <a:gd name="T41" fmla="*/ 18 h 90"/>
                <a:gd name="T42" fmla="*/ 59 w 420"/>
                <a:gd name="T43" fmla="*/ 18 h 90"/>
                <a:gd name="T44" fmla="*/ 55 w 420"/>
                <a:gd name="T45" fmla="*/ 19 h 90"/>
                <a:gd name="T46" fmla="*/ 52 w 420"/>
                <a:gd name="T47" fmla="*/ 20 h 90"/>
                <a:gd name="T48" fmla="*/ 48 w 420"/>
                <a:gd name="T49" fmla="*/ 21 h 90"/>
                <a:gd name="T50" fmla="*/ 44 w 420"/>
                <a:gd name="T51" fmla="*/ 22 h 90"/>
                <a:gd name="T52" fmla="*/ 43 w 420"/>
                <a:gd name="T53" fmla="*/ 24 h 90"/>
                <a:gd name="T54" fmla="*/ 40 w 420"/>
                <a:gd name="T55" fmla="*/ 24 h 90"/>
                <a:gd name="T56" fmla="*/ 35 w 420"/>
                <a:gd name="T57" fmla="*/ 26 h 90"/>
                <a:gd name="T58" fmla="*/ 31 w 420"/>
                <a:gd name="T59" fmla="*/ 28 h 90"/>
                <a:gd name="T60" fmla="*/ 30 w 420"/>
                <a:gd name="T61" fmla="*/ 28 h 90"/>
                <a:gd name="T62" fmla="*/ 30 w 420"/>
                <a:gd name="T63" fmla="*/ 28 h 90"/>
                <a:gd name="T64" fmla="*/ 19 w 420"/>
                <a:gd name="T65" fmla="*/ 33 h 90"/>
                <a:gd name="T66" fmla="*/ 12 w 420"/>
                <a:gd name="T67" fmla="*/ 40 h 90"/>
                <a:gd name="T68" fmla="*/ 10 w 420"/>
                <a:gd name="T69" fmla="*/ 40 h 90"/>
                <a:gd name="T70" fmla="*/ 10 w 420"/>
                <a:gd name="T71" fmla="*/ 40 h 90"/>
                <a:gd name="T72" fmla="*/ 7 w 420"/>
                <a:gd name="T73" fmla="*/ 43 h 90"/>
                <a:gd name="T74" fmla="*/ 5 w 420"/>
                <a:gd name="T75" fmla="*/ 46 h 90"/>
                <a:gd name="T76" fmla="*/ 4 w 420"/>
                <a:gd name="T77" fmla="*/ 47 h 90"/>
                <a:gd name="T78" fmla="*/ 4 w 420"/>
                <a:gd name="T79" fmla="*/ 48 h 90"/>
                <a:gd name="T80" fmla="*/ 2 w 420"/>
                <a:gd name="T81" fmla="*/ 50 h 90"/>
                <a:gd name="T82" fmla="*/ 1 w 420"/>
                <a:gd name="T83" fmla="*/ 52 h 90"/>
                <a:gd name="T84" fmla="*/ 0 w 420"/>
                <a:gd name="T85" fmla="*/ 56 h 90"/>
                <a:gd name="T86" fmla="*/ 0 w 420"/>
                <a:gd name="T87" fmla="*/ 58 h 90"/>
                <a:gd name="T88" fmla="*/ 8 w 420"/>
                <a:gd name="T89" fmla="*/ 63 h 90"/>
                <a:gd name="T90" fmla="*/ 22 w 420"/>
                <a:gd name="T91" fmla="*/ 68 h 90"/>
                <a:gd name="T92" fmla="*/ 43 w 420"/>
                <a:gd name="T93" fmla="*/ 74 h 90"/>
                <a:gd name="T94" fmla="*/ 67 w 420"/>
                <a:gd name="T95" fmla="*/ 78 h 90"/>
                <a:gd name="T96" fmla="*/ 96 w 420"/>
                <a:gd name="T97" fmla="*/ 84 h 90"/>
                <a:gd name="T98" fmla="*/ 131 w 420"/>
                <a:gd name="T99" fmla="*/ 87 h 90"/>
                <a:gd name="T100" fmla="*/ 168 w 420"/>
                <a:gd name="T101" fmla="*/ 90 h 90"/>
                <a:gd name="T102" fmla="*/ 210 w 420"/>
                <a:gd name="T103" fmla="*/ 90 h 90"/>
                <a:gd name="T104" fmla="*/ 251 w 420"/>
                <a:gd name="T105" fmla="*/ 90 h 90"/>
                <a:gd name="T106" fmla="*/ 289 w 420"/>
                <a:gd name="T107" fmla="*/ 87 h 90"/>
                <a:gd name="T108" fmla="*/ 323 w 420"/>
                <a:gd name="T109" fmla="*/ 84 h 90"/>
                <a:gd name="T110" fmla="*/ 353 w 420"/>
                <a:gd name="T111" fmla="*/ 78 h 90"/>
                <a:gd name="T112" fmla="*/ 377 w 420"/>
                <a:gd name="T113" fmla="*/ 74 h 90"/>
                <a:gd name="T114" fmla="*/ 398 w 420"/>
                <a:gd name="T115" fmla="*/ 68 h 90"/>
                <a:gd name="T116" fmla="*/ 412 w 420"/>
                <a:gd name="T117" fmla="*/ 62 h 90"/>
                <a:gd name="T118" fmla="*/ 420 w 420"/>
                <a:gd name="T119" fmla="*/ 5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20" h="90">
                  <a:moveTo>
                    <a:pt x="420" y="58"/>
                  </a:moveTo>
                  <a:lnTo>
                    <a:pt x="419" y="55"/>
                  </a:lnTo>
                  <a:lnTo>
                    <a:pt x="418" y="50"/>
                  </a:lnTo>
                  <a:lnTo>
                    <a:pt x="416" y="47"/>
                  </a:lnTo>
                  <a:lnTo>
                    <a:pt x="413" y="44"/>
                  </a:lnTo>
                  <a:lnTo>
                    <a:pt x="406" y="37"/>
                  </a:lnTo>
                  <a:lnTo>
                    <a:pt x="397" y="32"/>
                  </a:lnTo>
                  <a:lnTo>
                    <a:pt x="386" y="27"/>
                  </a:lnTo>
                  <a:lnTo>
                    <a:pt x="374" y="22"/>
                  </a:lnTo>
                  <a:lnTo>
                    <a:pt x="360" y="18"/>
                  </a:lnTo>
                  <a:lnTo>
                    <a:pt x="345" y="14"/>
                  </a:lnTo>
                  <a:lnTo>
                    <a:pt x="313" y="9"/>
                  </a:lnTo>
                  <a:lnTo>
                    <a:pt x="277" y="3"/>
                  </a:lnTo>
                  <a:lnTo>
                    <a:pt x="243" y="1"/>
                  </a:lnTo>
                  <a:lnTo>
                    <a:pt x="210" y="0"/>
                  </a:lnTo>
                  <a:lnTo>
                    <a:pt x="172" y="1"/>
                  </a:lnTo>
                  <a:lnTo>
                    <a:pt x="133" y="4"/>
                  </a:lnTo>
                  <a:lnTo>
                    <a:pt x="113" y="7"/>
                  </a:lnTo>
                  <a:lnTo>
                    <a:pt x="94" y="11"/>
                  </a:lnTo>
                  <a:lnTo>
                    <a:pt x="76" y="14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55" y="19"/>
                  </a:lnTo>
                  <a:lnTo>
                    <a:pt x="52" y="20"/>
                  </a:lnTo>
                  <a:lnTo>
                    <a:pt x="48" y="21"/>
                  </a:lnTo>
                  <a:lnTo>
                    <a:pt x="44" y="22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35" y="26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19" y="33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7" y="43"/>
                  </a:lnTo>
                  <a:lnTo>
                    <a:pt x="5" y="46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2" y="50"/>
                  </a:lnTo>
                  <a:lnTo>
                    <a:pt x="1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8" y="63"/>
                  </a:lnTo>
                  <a:lnTo>
                    <a:pt x="22" y="68"/>
                  </a:lnTo>
                  <a:lnTo>
                    <a:pt x="43" y="74"/>
                  </a:lnTo>
                  <a:lnTo>
                    <a:pt x="67" y="78"/>
                  </a:lnTo>
                  <a:lnTo>
                    <a:pt x="96" y="84"/>
                  </a:lnTo>
                  <a:lnTo>
                    <a:pt x="131" y="87"/>
                  </a:lnTo>
                  <a:lnTo>
                    <a:pt x="168" y="90"/>
                  </a:lnTo>
                  <a:lnTo>
                    <a:pt x="210" y="90"/>
                  </a:lnTo>
                  <a:lnTo>
                    <a:pt x="251" y="90"/>
                  </a:lnTo>
                  <a:lnTo>
                    <a:pt x="289" y="87"/>
                  </a:lnTo>
                  <a:lnTo>
                    <a:pt x="323" y="84"/>
                  </a:lnTo>
                  <a:lnTo>
                    <a:pt x="353" y="78"/>
                  </a:lnTo>
                  <a:lnTo>
                    <a:pt x="377" y="74"/>
                  </a:lnTo>
                  <a:lnTo>
                    <a:pt x="398" y="68"/>
                  </a:lnTo>
                  <a:lnTo>
                    <a:pt x="412" y="62"/>
                  </a:lnTo>
                  <a:lnTo>
                    <a:pt x="420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63" name="Figura a mano libera 501">
              <a:extLst>
                <a:ext uri="{FF2B5EF4-FFF2-40B4-BE49-F238E27FC236}">
                  <a16:creationId xmlns:a16="http://schemas.microsoft.com/office/drawing/2014/main" id="{DBE218E2-EA47-43F9-AF50-BC58701E5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03363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7 h 75"/>
                <a:gd name="T10" fmla="*/ 67 w 421"/>
                <a:gd name="T11" fmla="*/ 62 h 75"/>
                <a:gd name="T12" fmla="*/ 97 w 421"/>
                <a:gd name="T13" fmla="*/ 68 h 75"/>
                <a:gd name="T14" fmla="*/ 130 w 421"/>
                <a:gd name="T15" fmla="*/ 71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1 h 75"/>
                <a:gd name="T24" fmla="*/ 325 w 421"/>
                <a:gd name="T25" fmla="*/ 68 h 75"/>
                <a:gd name="T26" fmla="*/ 355 w 421"/>
                <a:gd name="T27" fmla="*/ 62 h 75"/>
                <a:gd name="T28" fmla="*/ 379 w 421"/>
                <a:gd name="T29" fmla="*/ 57 h 75"/>
                <a:gd name="T30" fmla="*/ 399 w 421"/>
                <a:gd name="T31" fmla="*/ 52 h 75"/>
                <a:gd name="T32" fmla="*/ 414 w 421"/>
                <a:gd name="T33" fmla="*/ 46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8 h 75"/>
                <a:gd name="T42" fmla="*/ 386 w 421"/>
                <a:gd name="T43" fmla="*/ 12 h 75"/>
                <a:gd name="T44" fmla="*/ 373 w 421"/>
                <a:gd name="T45" fmla="*/ 14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8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8 h 75"/>
                <a:gd name="T74" fmla="*/ 10 w 421"/>
                <a:gd name="T75" fmla="*/ 4 h 75"/>
                <a:gd name="T76" fmla="*/ 0 w 421"/>
                <a:gd name="T77" fmla="*/ 0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7"/>
                  </a:lnTo>
                  <a:lnTo>
                    <a:pt x="67" y="62"/>
                  </a:lnTo>
                  <a:lnTo>
                    <a:pt x="97" y="68"/>
                  </a:lnTo>
                  <a:lnTo>
                    <a:pt x="130" y="71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1"/>
                  </a:lnTo>
                  <a:lnTo>
                    <a:pt x="325" y="68"/>
                  </a:lnTo>
                  <a:lnTo>
                    <a:pt x="355" y="62"/>
                  </a:lnTo>
                  <a:lnTo>
                    <a:pt x="379" y="57"/>
                  </a:lnTo>
                  <a:lnTo>
                    <a:pt x="399" y="52"/>
                  </a:lnTo>
                  <a:lnTo>
                    <a:pt x="414" y="46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8"/>
                  </a:lnTo>
                  <a:lnTo>
                    <a:pt x="386" y="12"/>
                  </a:lnTo>
                  <a:lnTo>
                    <a:pt x="373" y="14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8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8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64" name="Figura a mano libera 502">
              <a:extLst>
                <a:ext uri="{FF2B5EF4-FFF2-40B4-BE49-F238E27FC236}">
                  <a16:creationId xmlns:a16="http://schemas.microsoft.com/office/drawing/2014/main" id="{FB53FF3C-7C81-42D7-820B-328F83511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74800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8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8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1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8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8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65" name="Figura a mano libera 503">
              <a:extLst>
                <a:ext uri="{FF2B5EF4-FFF2-40B4-BE49-F238E27FC236}">
                  <a16:creationId xmlns:a16="http://schemas.microsoft.com/office/drawing/2014/main" id="{B2AFC166-3690-491C-BE8E-D33917F47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50988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7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7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66" name="Figura a mano libera 504">
              <a:extLst>
                <a:ext uri="{FF2B5EF4-FFF2-40B4-BE49-F238E27FC236}">
                  <a16:creationId xmlns:a16="http://schemas.microsoft.com/office/drawing/2014/main" id="{9740A41F-89FD-44D8-9D1F-332E7D538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27175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8 h 75"/>
                <a:gd name="T10" fmla="*/ 67 w 421"/>
                <a:gd name="T11" fmla="*/ 63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3 h 75"/>
                <a:gd name="T28" fmla="*/ 379 w 421"/>
                <a:gd name="T29" fmla="*/ 58 h 75"/>
                <a:gd name="T30" fmla="*/ 399 w 421"/>
                <a:gd name="T31" fmla="*/ 52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4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8"/>
                  </a:lnTo>
                  <a:lnTo>
                    <a:pt x="67" y="63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3"/>
                  </a:lnTo>
                  <a:lnTo>
                    <a:pt x="379" y="58"/>
                  </a:lnTo>
                  <a:lnTo>
                    <a:pt x="399" y="52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grpSp>
        <p:nvGrpSpPr>
          <p:cNvPr id="67" name="Gruppo 66" descr="Icona di abaco. ">
            <a:extLst>
              <a:ext uri="{FF2B5EF4-FFF2-40B4-BE49-F238E27FC236}">
                <a16:creationId xmlns:a16="http://schemas.microsoft.com/office/drawing/2014/main" id="{201B668C-AA5F-454E-8E64-CEA32A839FB8}"/>
              </a:ext>
            </a:extLst>
          </p:cNvPr>
          <p:cNvGrpSpPr/>
          <p:nvPr/>
        </p:nvGrpSpPr>
        <p:grpSpPr>
          <a:xfrm>
            <a:off x="8071577" y="2296118"/>
            <a:ext cx="382447" cy="382447"/>
            <a:chOff x="877888" y="771525"/>
            <a:chExt cx="287338" cy="287338"/>
          </a:xfrm>
          <a:solidFill>
            <a:schemeClr val="bg1"/>
          </a:solidFill>
        </p:grpSpPr>
        <p:sp>
          <p:nvSpPr>
            <p:cNvPr id="68" name="Figura a mano libera 324">
              <a:extLst>
                <a:ext uri="{FF2B5EF4-FFF2-40B4-BE49-F238E27FC236}">
                  <a16:creationId xmlns:a16="http://schemas.microsoft.com/office/drawing/2014/main" id="{EEBBB4D9-8AD5-4868-B9F5-568F0C326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888" y="771525"/>
              <a:ext cx="61913" cy="287338"/>
            </a:xfrm>
            <a:custGeom>
              <a:avLst/>
              <a:gdLst>
                <a:gd name="T0" fmla="*/ 0 w 196"/>
                <a:gd name="T1" fmla="*/ 888 h 903"/>
                <a:gd name="T2" fmla="*/ 1 w 196"/>
                <a:gd name="T3" fmla="*/ 895 h 903"/>
                <a:gd name="T4" fmla="*/ 4 w 196"/>
                <a:gd name="T5" fmla="*/ 899 h 903"/>
                <a:gd name="T6" fmla="*/ 10 w 196"/>
                <a:gd name="T7" fmla="*/ 902 h 903"/>
                <a:gd name="T8" fmla="*/ 15 w 196"/>
                <a:gd name="T9" fmla="*/ 903 h 903"/>
                <a:gd name="T10" fmla="*/ 196 w 196"/>
                <a:gd name="T11" fmla="*/ 798 h 903"/>
                <a:gd name="T12" fmla="*/ 160 w 196"/>
                <a:gd name="T13" fmla="*/ 797 h 903"/>
                <a:gd name="T14" fmla="*/ 149 w 196"/>
                <a:gd name="T15" fmla="*/ 793 h 903"/>
                <a:gd name="T16" fmla="*/ 141 w 196"/>
                <a:gd name="T17" fmla="*/ 785 h 903"/>
                <a:gd name="T18" fmla="*/ 136 w 196"/>
                <a:gd name="T19" fmla="*/ 774 h 903"/>
                <a:gd name="T20" fmla="*/ 136 w 196"/>
                <a:gd name="T21" fmla="*/ 738 h 903"/>
                <a:gd name="T22" fmla="*/ 138 w 196"/>
                <a:gd name="T23" fmla="*/ 726 h 903"/>
                <a:gd name="T24" fmla="*/ 145 w 196"/>
                <a:gd name="T25" fmla="*/ 717 h 903"/>
                <a:gd name="T26" fmla="*/ 155 w 196"/>
                <a:gd name="T27" fmla="*/ 710 h 903"/>
                <a:gd name="T28" fmla="*/ 166 w 196"/>
                <a:gd name="T29" fmla="*/ 708 h 903"/>
                <a:gd name="T30" fmla="*/ 196 w 196"/>
                <a:gd name="T31" fmla="*/ 346 h 903"/>
                <a:gd name="T32" fmla="*/ 160 w 196"/>
                <a:gd name="T33" fmla="*/ 345 h 903"/>
                <a:gd name="T34" fmla="*/ 149 w 196"/>
                <a:gd name="T35" fmla="*/ 341 h 903"/>
                <a:gd name="T36" fmla="*/ 141 w 196"/>
                <a:gd name="T37" fmla="*/ 333 h 903"/>
                <a:gd name="T38" fmla="*/ 136 w 196"/>
                <a:gd name="T39" fmla="*/ 322 h 903"/>
                <a:gd name="T40" fmla="*/ 136 w 196"/>
                <a:gd name="T41" fmla="*/ 286 h 903"/>
                <a:gd name="T42" fmla="*/ 138 w 196"/>
                <a:gd name="T43" fmla="*/ 275 h 903"/>
                <a:gd name="T44" fmla="*/ 145 w 196"/>
                <a:gd name="T45" fmla="*/ 265 h 903"/>
                <a:gd name="T46" fmla="*/ 155 w 196"/>
                <a:gd name="T47" fmla="*/ 259 h 903"/>
                <a:gd name="T48" fmla="*/ 166 w 196"/>
                <a:gd name="T49" fmla="*/ 256 h 903"/>
                <a:gd name="T50" fmla="*/ 196 w 196"/>
                <a:gd name="T51" fmla="*/ 196 h 903"/>
                <a:gd name="T52" fmla="*/ 160 w 196"/>
                <a:gd name="T53" fmla="*/ 195 h 903"/>
                <a:gd name="T54" fmla="*/ 149 w 196"/>
                <a:gd name="T55" fmla="*/ 191 h 903"/>
                <a:gd name="T56" fmla="*/ 141 w 196"/>
                <a:gd name="T57" fmla="*/ 182 h 903"/>
                <a:gd name="T58" fmla="*/ 136 w 196"/>
                <a:gd name="T59" fmla="*/ 172 h 903"/>
                <a:gd name="T60" fmla="*/ 136 w 196"/>
                <a:gd name="T61" fmla="*/ 135 h 903"/>
                <a:gd name="T62" fmla="*/ 138 w 196"/>
                <a:gd name="T63" fmla="*/ 123 h 903"/>
                <a:gd name="T64" fmla="*/ 145 w 196"/>
                <a:gd name="T65" fmla="*/ 115 h 903"/>
                <a:gd name="T66" fmla="*/ 155 w 196"/>
                <a:gd name="T67" fmla="*/ 108 h 903"/>
                <a:gd name="T68" fmla="*/ 166 w 196"/>
                <a:gd name="T69" fmla="*/ 105 h 903"/>
                <a:gd name="T70" fmla="*/ 196 w 196"/>
                <a:gd name="T71" fmla="*/ 0 h 903"/>
                <a:gd name="T72" fmla="*/ 12 w 196"/>
                <a:gd name="T73" fmla="*/ 0 h 903"/>
                <a:gd name="T74" fmla="*/ 7 w 196"/>
                <a:gd name="T75" fmla="*/ 2 h 903"/>
                <a:gd name="T76" fmla="*/ 3 w 196"/>
                <a:gd name="T77" fmla="*/ 6 h 903"/>
                <a:gd name="T78" fmla="*/ 1 w 196"/>
                <a:gd name="T79" fmla="*/ 12 h 903"/>
                <a:gd name="T80" fmla="*/ 0 w 196"/>
                <a:gd name="T81" fmla="*/ 15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6" h="903">
                  <a:moveTo>
                    <a:pt x="0" y="15"/>
                  </a:moveTo>
                  <a:lnTo>
                    <a:pt x="0" y="888"/>
                  </a:lnTo>
                  <a:lnTo>
                    <a:pt x="1" y="891"/>
                  </a:lnTo>
                  <a:lnTo>
                    <a:pt x="1" y="895"/>
                  </a:lnTo>
                  <a:lnTo>
                    <a:pt x="3" y="897"/>
                  </a:lnTo>
                  <a:lnTo>
                    <a:pt x="4" y="899"/>
                  </a:lnTo>
                  <a:lnTo>
                    <a:pt x="7" y="901"/>
                  </a:lnTo>
                  <a:lnTo>
                    <a:pt x="10" y="902"/>
                  </a:lnTo>
                  <a:lnTo>
                    <a:pt x="12" y="903"/>
                  </a:lnTo>
                  <a:lnTo>
                    <a:pt x="15" y="903"/>
                  </a:lnTo>
                  <a:lnTo>
                    <a:pt x="196" y="903"/>
                  </a:lnTo>
                  <a:lnTo>
                    <a:pt x="196" y="798"/>
                  </a:lnTo>
                  <a:lnTo>
                    <a:pt x="166" y="798"/>
                  </a:lnTo>
                  <a:lnTo>
                    <a:pt x="160" y="797"/>
                  </a:lnTo>
                  <a:lnTo>
                    <a:pt x="155" y="796"/>
                  </a:lnTo>
                  <a:lnTo>
                    <a:pt x="149" y="793"/>
                  </a:lnTo>
                  <a:lnTo>
                    <a:pt x="145" y="789"/>
                  </a:lnTo>
                  <a:lnTo>
                    <a:pt x="141" y="785"/>
                  </a:lnTo>
                  <a:lnTo>
                    <a:pt x="138" y="780"/>
                  </a:lnTo>
                  <a:lnTo>
                    <a:pt x="136" y="774"/>
                  </a:lnTo>
                  <a:lnTo>
                    <a:pt x="136" y="768"/>
                  </a:lnTo>
                  <a:lnTo>
                    <a:pt x="136" y="738"/>
                  </a:lnTo>
                  <a:lnTo>
                    <a:pt x="136" y="732"/>
                  </a:lnTo>
                  <a:lnTo>
                    <a:pt x="138" y="726"/>
                  </a:lnTo>
                  <a:lnTo>
                    <a:pt x="141" y="721"/>
                  </a:lnTo>
                  <a:lnTo>
                    <a:pt x="145" y="717"/>
                  </a:lnTo>
                  <a:lnTo>
                    <a:pt x="149" y="713"/>
                  </a:lnTo>
                  <a:lnTo>
                    <a:pt x="155" y="710"/>
                  </a:lnTo>
                  <a:lnTo>
                    <a:pt x="160" y="708"/>
                  </a:lnTo>
                  <a:lnTo>
                    <a:pt x="166" y="708"/>
                  </a:lnTo>
                  <a:lnTo>
                    <a:pt x="196" y="708"/>
                  </a:lnTo>
                  <a:lnTo>
                    <a:pt x="196" y="346"/>
                  </a:lnTo>
                  <a:lnTo>
                    <a:pt x="166" y="346"/>
                  </a:lnTo>
                  <a:lnTo>
                    <a:pt x="160" y="345"/>
                  </a:lnTo>
                  <a:lnTo>
                    <a:pt x="155" y="344"/>
                  </a:lnTo>
                  <a:lnTo>
                    <a:pt x="149" y="341"/>
                  </a:lnTo>
                  <a:lnTo>
                    <a:pt x="145" y="338"/>
                  </a:lnTo>
                  <a:lnTo>
                    <a:pt x="141" y="333"/>
                  </a:lnTo>
                  <a:lnTo>
                    <a:pt x="138" y="328"/>
                  </a:lnTo>
                  <a:lnTo>
                    <a:pt x="136" y="322"/>
                  </a:lnTo>
                  <a:lnTo>
                    <a:pt x="136" y="316"/>
                  </a:lnTo>
                  <a:lnTo>
                    <a:pt x="136" y="286"/>
                  </a:lnTo>
                  <a:lnTo>
                    <a:pt x="136" y="280"/>
                  </a:lnTo>
                  <a:lnTo>
                    <a:pt x="138" y="275"/>
                  </a:lnTo>
                  <a:lnTo>
                    <a:pt x="141" y="269"/>
                  </a:lnTo>
                  <a:lnTo>
                    <a:pt x="145" y="265"/>
                  </a:lnTo>
                  <a:lnTo>
                    <a:pt x="149" y="261"/>
                  </a:lnTo>
                  <a:lnTo>
                    <a:pt x="155" y="259"/>
                  </a:lnTo>
                  <a:lnTo>
                    <a:pt x="160" y="256"/>
                  </a:lnTo>
                  <a:lnTo>
                    <a:pt x="166" y="256"/>
                  </a:lnTo>
                  <a:lnTo>
                    <a:pt x="196" y="256"/>
                  </a:lnTo>
                  <a:lnTo>
                    <a:pt x="196" y="196"/>
                  </a:lnTo>
                  <a:lnTo>
                    <a:pt x="166" y="196"/>
                  </a:lnTo>
                  <a:lnTo>
                    <a:pt x="160" y="195"/>
                  </a:lnTo>
                  <a:lnTo>
                    <a:pt x="155" y="193"/>
                  </a:lnTo>
                  <a:lnTo>
                    <a:pt x="149" y="191"/>
                  </a:lnTo>
                  <a:lnTo>
                    <a:pt x="145" y="187"/>
                  </a:lnTo>
                  <a:lnTo>
                    <a:pt x="141" y="182"/>
                  </a:lnTo>
                  <a:lnTo>
                    <a:pt x="138" y="177"/>
                  </a:lnTo>
                  <a:lnTo>
                    <a:pt x="136" y="172"/>
                  </a:lnTo>
                  <a:lnTo>
                    <a:pt x="136" y="165"/>
                  </a:lnTo>
                  <a:lnTo>
                    <a:pt x="136" y="135"/>
                  </a:lnTo>
                  <a:lnTo>
                    <a:pt x="136" y="130"/>
                  </a:lnTo>
                  <a:lnTo>
                    <a:pt x="138" y="123"/>
                  </a:lnTo>
                  <a:lnTo>
                    <a:pt x="141" y="119"/>
                  </a:lnTo>
                  <a:lnTo>
                    <a:pt x="145" y="115"/>
                  </a:lnTo>
                  <a:lnTo>
                    <a:pt x="149" y="110"/>
                  </a:lnTo>
                  <a:lnTo>
                    <a:pt x="155" y="108"/>
                  </a:lnTo>
                  <a:lnTo>
                    <a:pt x="160" y="106"/>
                  </a:lnTo>
                  <a:lnTo>
                    <a:pt x="166" y="105"/>
                  </a:lnTo>
                  <a:lnTo>
                    <a:pt x="196" y="105"/>
                  </a:lnTo>
                  <a:lnTo>
                    <a:pt x="19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69" name="Figura a mano libera 325">
              <a:extLst>
                <a:ext uri="{FF2B5EF4-FFF2-40B4-BE49-F238E27FC236}">
                  <a16:creationId xmlns:a16="http://schemas.microsoft.com/office/drawing/2014/main" id="{4E9C428E-133B-4690-9ED6-8917E4F1E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113" y="771525"/>
              <a:ext cx="66675" cy="287338"/>
            </a:xfrm>
            <a:custGeom>
              <a:avLst/>
              <a:gdLst>
                <a:gd name="T0" fmla="*/ 30 w 211"/>
                <a:gd name="T1" fmla="*/ 105 h 903"/>
                <a:gd name="T2" fmla="*/ 41 w 211"/>
                <a:gd name="T3" fmla="*/ 107 h 903"/>
                <a:gd name="T4" fmla="*/ 51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60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557 h 903"/>
                <a:gd name="T22" fmla="*/ 41 w 211"/>
                <a:gd name="T23" fmla="*/ 560 h 903"/>
                <a:gd name="T24" fmla="*/ 51 w 211"/>
                <a:gd name="T25" fmla="*/ 566 h 903"/>
                <a:gd name="T26" fmla="*/ 58 w 211"/>
                <a:gd name="T27" fmla="*/ 576 h 903"/>
                <a:gd name="T28" fmla="*/ 60 w 211"/>
                <a:gd name="T29" fmla="*/ 587 h 903"/>
                <a:gd name="T30" fmla="*/ 60 w 211"/>
                <a:gd name="T31" fmla="*/ 623 h 903"/>
                <a:gd name="T32" fmla="*/ 55 w 211"/>
                <a:gd name="T33" fmla="*/ 634 h 903"/>
                <a:gd name="T34" fmla="*/ 47 w 211"/>
                <a:gd name="T35" fmla="*/ 643 h 903"/>
                <a:gd name="T36" fmla="*/ 36 w 211"/>
                <a:gd name="T37" fmla="*/ 647 h 903"/>
                <a:gd name="T38" fmla="*/ 0 w 211"/>
                <a:gd name="T39" fmla="*/ 648 h 903"/>
                <a:gd name="T40" fmla="*/ 30 w 211"/>
                <a:gd name="T41" fmla="*/ 708 h 903"/>
                <a:gd name="T42" fmla="*/ 41 w 211"/>
                <a:gd name="T43" fmla="*/ 710 h 903"/>
                <a:gd name="T44" fmla="*/ 51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60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497 h 903"/>
                <a:gd name="T64" fmla="*/ 169 w 211"/>
                <a:gd name="T65" fmla="*/ 495 h 903"/>
                <a:gd name="T66" fmla="*/ 159 w 211"/>
                <a:gd name="T67" fmla="*/ 488 h 903"/>
                <a:gd name="T68" fmla="*/ 153 w 211"/>
                <a:gd name="T69" fmla="*/ 478 h 903"/>
                <a:gd name="T70" fmla="*/ 151 w 211"/>
                <a:gd name="T71" fmla="*/ 467 h 903"/>
                <a:gd name="T72" fmla="*/ 151 w 211"/>
                <a:gd name="T73" fmla="*/ 430 h 903"/>
                <a:gd name="T74" fmla="*/ 155 w 211"/>
                <a:gd name="T75" fmla="*/ 419 h 903"/>
                <a:gd name="T76" fmla="*/ 164 w 211"/>
                <a:gd name="T77" fmla="*/ 412 h 903"/>
                <a:gd name="T78" fmla="*/ 174 w 211"/>
                <a:gd name="T79" fmla="*/ 408 h 903"/>
                <a:gd name="T80" fmla="*/ 211 w 211"/>
                <a:gd name="T81" fmla="*/ 407 h 903"/>
                <a:gd name="T82" fmla="*/ 181 w 211"/>
                <a:gd name="T83" fmla="*/ 346 h 903"/>
                <a:gd name="T84" fmla="*/ 169 w 211"/>
                <a:gd name="T85" fmla="*/ 344 h 903"/>
                <a:gd name="T86" fmla="*/ 159 w 211"/>
                <a:gd name="T87" fmla="*/ 338 h 903"/>
                <a:gd name="T88" fmla="*/ 153 w 211"/>
                <a:gd name="T89" fmla="*/ 328 h 903"/>
                <a:gd name="T90" fmla="*/ 151 w 211"/>
                <a:gd name="T91" fmla="*/ 316 h 903"/>
                <a:gd name="T92" fmla="*/ 151 w 211"/>
                <a:gd name="T93" fmla="*/ 280 h 903"/>
                <a:gd name="T94" fmla="*/ 155 w 211"/>
                <a:gd name="T95" fmla="*/ 269 h 903"/>
                <a:gd name="T96" fmla="*/ 164 w 211"/>
                <a:gd name="T97" fmla="*/ 261 h 903"/>
                <a:gd name="T98" fmla="*/ 174 w 211"/>
                <a:gd name="T99" fmla="*/ 256 h 903"/>
                <a:gd name="T100" fmla="*/ 211 w 211"/>
                <a:gd name="T101" fmla="*/ 256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1 w 211"/>
                <a:gd name="T113" fmla="*/ 130 h 903"/>
                <a:gd name="T114" fmla="*/ 155 w 211"/>
                <a:gd name="T115" fmla="*/ 119 h 903"/>
                <a:gd name="T116" fmla="*/ 164 w 211"/>
                <a:gd name="T117" fmla="*/ 110 h 903"/>
                <a:gd name="T118" fmla="*/ 174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1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60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60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1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557"/>
                  </a:lnTo>
                  <a:lnTo>
                    <a:pt x="30" y="557"/>
                  </a:lnTo>
                  <a:lnTo>
                    <a:pt x="36" y="558"/>
                  </a:lnTo>
                  <a:lnTo>
                    <a:pt x="41" y="560"/>
                  </a:lnTo>
                  <a:lnTo>
                    <a:pt x="47" y="562"/>
                  </a:lnTo>
                  <a:lnTo>
                    <a:pt x="51" y="566"/>
                  </a:lnTo>
                  <a:lnTo>
                    <a:pt x="55" y="571"/>
                  </a:lnTo>
                  <a:lnTo>
                    <a:pt x="58" y="576"/>
                  </a:lnTo>
                  <a:lnTo>
                    <a:pt x="60" y="581"/>
                  </a:lnTo>
                  <a:lnTo>
                    <a:pt x="60" y="587"/>
                  </a:lnTo>
                  <a:lnTo>
                    <a:pt x="60" y="618"/>
                  </a:lnTo>
                  <a:lnTo>
                    <a:pt x="60" y="623"/>
                  </a:lnTo>
                  <a:lnTo>
                    <a:pt x="58" y="629"/>
                  </a:lnTo>
                  <a:lnTo>
                    <a:pt x="55" y="634"/>
                  </a:lnTo>
                  <a:lnTo>
                    <a:pt x="51" y="638"/>
                  </a:lnTo>
                  <a:lnTo>
                    <a:pt x="47" y="643"/>
                  </a:lnTo>
                  <a:lnTo>
                    <a:pt x="41" y="645"/>
                  </a:lnTo>
                  <a:lnTo>
                    <a:pt x="36" y="647"/>
                  </a:lnTo>
                  <a:lnTo>
                    <a:pt x="30" y="648"/>
                  </a:lnTo>
                  <a:lnTo>
                    <a:pt x="0" y="648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1" y="710"/>
                  </a:lnTo>
                  <a:lnTo>
                    <a:pt x="47" y="712"/>
                  </a:lnTo>
                  <a:lnTo>
                    <a:pt x="51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60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60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1" y="789"/>
                  </a:lnTo>
                  <a:lnTo>
                    <a:pt x="47" y="793"/>
                  </a:lnTo>
                  <a:lnTo>
                    <a:pt x="41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497"/>
                  </a:lnTo>
                  <a:lnTo>
                    <a:pt x="181" y="497"/>
                  </a:lnTo>
                  <a:lnTo>
                    <a:pt x="174" y="497"/>
                  </a:lnTo>
                  <a:lnTo>
                    <a:pt x="169" y="495"/>
                  </a:lnTo>
                  <a:lnTo>
                    <a:pt x="164" y="491"/>
                  </a:lnTo>
                  <a:lnTo>
                    <a:pt x="159" y="488"/>
                  </a:lnTo>
                  <a:lnTo>
                    <a:pt x="155" y="484"/>
                  </a:lnTo>
                  <a:lnTo>
                    <a:pt x="153" y="478"/>
                  </a:lnTo>
                  <a:lnTo>
                    <a:pt x="151" y="473"/>
                  </a:lnTo>
                  <a:lnTo>
                    <a:pt x="151" y="467"/>
                  </a:lnTo>
                  <a:lnTo>
                    <a:pt x="151" y="437"/>
                  </a:lnTo>
                  <a:lnTo>
                    <a:pt x="151" y="430"/>
                  </a:lnTo>
                  <a:lnTo>
                    <a:pt x="153" y="425"/>
                  </a:lnTo>
                  <a:lnTo>
                    <a:pt x="155" y="419"/>
                  </a:lnTo>
                  <a:lnTo>
                    <a:pt x="159" y="415"/>
                  </a:lnTo>
                  <a:lnTo>
                    <a:pt x="164" y="412"/>
                  </a:lnTo>
                  <a:lnTo>
                    <a:pt x="169" y="409"/>
                  </a:lnTo>
                  <a:lnTo>
                    <a:pt x="174" y="408"/>
                  </a:lnTo>
                  <a:lnTo>
                    <a:pt x="181" y="407"/>
                  </a:lnTo>
                  <a:lnTo>
                    <a:pt x="211" y="407"/>
                  </a:lnTo>
                  <a:lnTo>
                    <a:pt x="211" y="346"/>
                  </a:lnTo>
                  <a:lnTo>
                    <a:pt x="181" y="346"/>
                  </a:lnTo>
                  <a:lnTo>
                    <a:pt x="174" y="345"/>
                  </a:lnTo>
                  <a:lnTo>
                    <a:pt x="169" y="344"/>
                  </a:lnTo>
                  <a:lnTo>
                    <a:pt x="164" y="341"/>
                  </a:lnTo>
                  <a:lnTo>
                    <a:pt x="159" y="338"/>
                  </a:lnTo>
                  <a:lnTo>
                    <a:pt x="155" y="333"/>
                  </a:lnTo>
                  <a:lnTo>
                    <a:pt x="153" y="328"/>
                  </a:lnTo>
                  <a:lnTo>
                    <a:pt x="151" y="322"/>
                  </a:lnTo>
                  <a:lnTo>
                    <a:pt x="151" y="316"/>
                  </a:lnTo>
                  <a:lnTo>
                    <a:pt x="151" y="286"/>
                  </a:lnTo>
                  <a:lnTo>
                    <a:pt x="151" y="280"/>
                  </a:lnTo>
                  <a:lnTo>
                    <a:pt x="153" y="275"/>
                  </a:lnTo>
                  <a:lnTo>
                    <a:pt x="155" y="269"/>
                  </a:lnTo>
                  <a:lnTo>
                    <a:pt x="159" y="265"/>
                  </a:lnTo>
                  <a:lnTo>
                    <a:pt x="164" y="261"/>
                  </a:lnTo>
                  <a:lnTo>
                    <a:pt x="169" y="259"/>
                  </a:lnTo>
                  <a:lnTo>
                    <a:pt x="174" y="256"/>
                  </a:lnTo>
                  <a:lnTo>
                    <a:pt x="181" y="256"/>
                  </a:lnTo>
                  <a:lnTo>
                    <a:pt x="211" y="256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4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5" y="182"/>
                  </a:lnTo>
                  <a:lnTo>
                    <a:pt x="153" y="177"/>
                  </a:lnTo>
                  <a:lnTo>
                    <a:pt x="151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1" y="130"/>
                  </a:lnTo>
                  <a:lnTo>
                    <a:pt x="153" y="123"/>
                  </a:lnTo>
                  <a:lnTo>
                    <a:pt x="155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4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70" name="Figura a mano libera 326">
              <a:extLst>
                <a:ext uri="{FF2B5EF4-FFF2-40B4-BE49-F238E27FC236}">
                  <a16:creationId xmlns:a16="http://schemas.microsoft.com/office/drawing/2014/main" id="{505F0C26-0335-4A1D-AA0D-8C830A4F0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325" y="771525"/>
              <a:ext cx="68263" cy="287338"/>
            </a:xfrm>
            <a:custGeom>
              <a:avLst/>
              <a:gdLst>
                <a:gd name="T0" fmla="*/ 30 w 211"/>
                <a:gd name="T1" fmla="*/ 105 h 903"/>
                <a:gd name="T2" fmla="*/ 42 w 211"/>
                <a:gd name="T3" fmla="*/ 107 h 903"/>
                <a:gd name="T4" fmla="*/ 52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59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256 h 903"/>
                <a:gd name="T22" fmla="*/ 42 w 211"/>
                <a:gd name="T23" fmla="*/ 259 h 903"/>
                <a:gd name="T24" fmla="*/ 52 w 211"/>
                <a:gd name="T25" fmla="*/ 265 h 903"/>
                <a:gd name="T26" fmla="*/ 58 w 211"/>
                <a:gd name="T27" fmla="*/ 275 h 903"/>
                <a:gd name="T28" fmla="*/ 60 w 211"/>
                <a:gd name="T29" fmla="*/ 286 h 903"/>
                <a:gd name="T30" fmla="*/ 59 w 211"/>
                <a:gd name="T31" fmla="*/ 322 h 903"/>
                <a:gd name="T32" fmla="*/ 55 w 211"/>
                <a:gd name="T33" fmla="*/ 333 h 903"/>
                <a:gd name="T34" fmla="*/ 47 w 211"/>
                <a:gd name="T35" fmla="*/ 341 h 903"/>
                <a:gd name="T36" fmla="*/ 36 w 211"/>
                <a:gd name="T37" fmla="*/ 345 h 903"/>
                <a:gd name="T38" fmla="*/ 0 w 211"/>
                <a:gd name="T39" fmla="*/ 346 h 903"/>
                <a:gd name="T40" fmla="*/ 30 w 211"/>
                <a:gd name="T41" fmla="*/ 708 h 903"/>
                <a:gd name="T42" fmla="*/ 42 w 211"/>
                <a:gd name="T43" fmla="*/ 710 h 903"/>
                <a:gd name="T44" fmla="*/ 52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59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798 h 903"/>
                <a:gd name="T64" fmla="*/ 169 w 211"/>
                <a:gd name="T65" fmla="*/ 796 h 903"/>
                <a:gd name="T66" fmla="*/ 159 w 211"/>
                <a:gd name="T67" fmla="*/ 789 h 903"/>
                <a:gd name="T68" fmla="*/ 153 w 211"/>
                <a:gd name="T69" fmla="*/ 780 h 903"/>
                <a:gd name="T70" fmla="*/ 151 w 211"/>
                <a:gd name="T71" fmla="*/ 768 h 903"/>
                <a:gd name="T72" fmla="*/ 152 w 211"/>
                <a:gd name="T73" fmla="*/ 732 h 903"/>
                <a:gd name="T74" fmla="*/ 156 w 211"/>
                <a:gd name="T75" fmla="*/ 721 h 903"/>
                <a:gd name="T76" fmla="*/ 164 w 211"/>
                <a:gd name="T77" fmla="*/ 713 h 903"/>
                <a:gd name="T78" fmla="*/ 175 w 211"/>
                <a:gd name="T79" fmla="*/ 708 h 903"/>
                <a:gd name="T80" fmla="*/ 211 w 211"/>
                <a:gd name="T81" fmla="*/ 708 h 903"/>
                <a:gd name="T82" fmla="*/ 181 w 211"/>
                <a:gd name="T83" fmla="*/ 648 h 903"/>
                <a:gd name="T84" fmla="*/ 169 w 211"/>
                <a:gd name="T85" fmla="*/ 645 h 903"/>
                <a:gd name="T86" fmla="*/ 159 w 211"/>
                <a:gd name="T87" fmla="*/ 638 h 903"/>
                <a:gd name="T88" fmla="*/ 153 w 211"/>
                <a:gd name="T89" fmla="*/ 629 h 903"/>
                <a:gd name="T90" fmla="*/ 151 w 211"/>
                <a:gd name="T91" fmla="*/ 618 h 903"/>
                <a:gd name="T92" fmla="*/ 152 w 211"/>
                <a:gd name="T93" fmla="*/ 581 h 903"/>
                <a:gd name="T94" fmla="*/ 156 w 211"/>
                <a:gd name="T95" fmla="*/ 571 h 903"/>
                <a:gd name="T96" fmla="*/ 164 w 211"/>
                <a:gd name="T97" fmla="*/ 562 h 903"/>
                <a:gd name="T98" fmla="*/ 175 w 211"/>
                <a:gd name="T99" fmla="*/ 558 h 903"/>
                <a:gd name="T100" fmla="*/ 211 w 211"/>
                <a:gd name="T101" fmla="*/ 557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2 w 211"/>
                <a:gd name="T113" fmla="*/ 130 h 903"/>
                <a:gd name="T114" fmla="*/ 156 w 211"/>
                <a:gd name="T115" fmla="*/ 119 h 903"/>
                <a:gd name="T116" fmla="*/ 164 w 211"/>
                <a:gd name="T117" fmla="*/ 110 h 903"/>
                <a:gd name="T118" fmla="*/ 175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2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2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2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2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2" y="710"/>
                  </a:lnTo>
                  <a:lnTo>
                    <a:pt x="47" y="712"/>
                  </a:lnTo>
                  <a:lnTo>
                    <a:pt x="52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59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59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2" y="789"/>
                  </a:lnTo>
                  <a:lnTo>
                    <a:pt x="47" y="793"/>
                  </a:lnTo>
                  <a:lnTo>
                    <a:pt x="42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798"/>
                  </a:lnTo>
                  <a:lnTo>
                    <a:pt x="181" y="798"/>
                  </a:lnTo>
                  <a:lnTo>
                    <a:pt x="175" y="797"/>
                  </a:lnTo>
                  <a:lnTo>
                    <a:pt x="169" y="796"/>
                  </a:lnTo>
                  <a:lnTo>
                    <a:pt x="164" y="793"/>
                  </a:lnTo>
                  <a:lnTo>
                    <a:pt x="159" y="789"/>
                  </a:lnTo>
                  <a:lnTo>
                    <a:pt x="156" y="785"/>
                  </a:lnTo>
                  <a:lnTo>
                    <a:pt x="153" y="780"/>
                  </a:lnTo>
                  <a:lnTo>
                    <a:pt x="152" y="774"/>
                  </a:lnTo>
                  <a:lnTo>
                    <a:pt x="151" y="768"/>
                  </a:lnTo>
                  <a:lnTo>
                    <a:pt x="151" y="738"/>
                  </a:lnTo>
                  <a:lnTo>
                    <a:pt x="152" y="732"/>
                  </a:lnTo>
                  <a:lnTo>
                    <a:pt x="153" y="726"/>
                  </a:lnTo>
                  <a:lnTo>
                    <a:pt x="156" y="721"/>
                  </a:lnTo>
                  <a:lnTo>
                    <a:pt x="159" y="717"/>
                  </a:lnTo>
                  <a:lnTo>
                    <a:pt x="164" y="713"/>
                  </a:lnTo>
                  <a:lnTo>
                    <a:pt x="169" y="710"/>
                  </a:lnTo>
                  <a:lnTo>
                    <a:pt x="175" y="708"/>
                  </a:lnTo>
                  <a:lnTo>
                    <a:pt x="181" y="708"/>
                  </a:lnTo>
                  <a:lnTo>
                    <a:pt x="211" y="708"/>
                  </a:lnTo>
                  <a:lnTo>
                    <a:pt x="211" y="648"/>
                  </a:lnTo>
                  <a:lnTo>
                    <a:pt x="181" y="648"/>
                  </a:lnTo>
                  <a:lnTo>
                    <a:pt x="175" y="647"/>
                  </a:lnTo>
                  <a:lnTo>
                    <a:pt x="169" y="645"/>
                  </a:lnTo>
                  <a:lnTo>
                    <a:pt x="164" y="643"/>
                  </a:lnTo>
                  <a:lnTo>
                    <a:pt x="159" y="638"/>
                  </a:lnTo>
                  <a:lnTo>
                    <a:pt x="156" y="634"/>
                  </a:lnTo>
                  <a:lnTo>
                    <a:pt x="153" y="629"/>
                  </a:lnTo>
                  <a:lnTo>
                    <a:pt x="152" y="623"/>
                  </a:lnTo>
                  <a:lnTo>
                    <a:pt x="151" y="618"/>
                  </a:lnTo>
                  <a:lnTo>
                    <a:pt x="151" y="587"/>
                  </a:lnTo>
                  <a:lnTo>
                    <a:pt x="152" y="581"/>
                  </a:lnTo>
                  <a:lnTo>
                    <a:pt x="153" y="576"/>
                  </a:lnTo>
                  <a:lnTo>
                    <a:pt x="156" y="571"/>
                  </a:lnTo>
                  <a:lnTo>
                    <a:pt x="159" y="566"/>
                  </a:lnTo>
                  <a:lnTo>
                    <a:pt x="164" y="562"/>
                  </a:lnTo>
                  <a:lnTo>
                    <a:pt x="169" y="560"/>
                  </a:lnTo>
                  <a:lnTo>
                    <a:pt x="175" y="558"/>
                  </a:lnTo>
                  <a:lnTo>
                    <a:pt x="181" y="557"/>
                  </a:lnTo>
                  <a:lnTo>
                    <a:pt x="211" y="557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5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6" y="182"/>
                  </a:lnTo>
                  <a:lnTo>
                    <a:pt x="153" y="177"/>
                  </a:lnTo>
                  <a:lnTo>
                    <a:pt x="152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2" y="130"/>
                  </a:lnTo>
                  <a:lnTo>
                    <a:pt x="153" y="123"/>
                  </a:lnTo>
                  <a:lnTo>
                    <a:pt x="156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5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71" name="Figura a mano libera 327">
              <a:extLst>
                <a:ext uri="{FF2B5EF4-FFF2-40B4-BE49-F238E27FC236}">
                  <a16:creationId xmlns:a16="http://schemas.microsoft.com/office/drawing/2014/main" id="{EE66CB30-F704-45C9-BA83-17BA7DC1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13" y="771525"/>
              <a:ext cx="61913" cy="287338"/>
            </a:xfrm>
            <a:custGeom>
              <a:avLst/>
              <a:gdLst>
                <a:gd name="T0" fmla="*/ 0 w 195"/>
                <a:gd name="T1" fmla="*/ 0 h 903"/>
                <a:gd name="T2" fmla="*/ 30 w 195"/>
                <a:gd name="T3" fmla="*/ 105 h 903"/>
                <a:gd name="T4" fmla="*/ 42 w 195"/>
                <a:gd name="T5" fmla="*/ 107 h 903"/>
                <a:gd name="T6" fmla="*/ 51 w 195"/>
                <a:gd name="T7" fmla="*/ 115 h 903"/>
                <a:gd name="T8" fmla="*/ 58 w 195"/>
                <a:gd name="T9" fmla="*/ 123 h 903"/>
                <a:gd name="T10" fmla="*/ 60 w 195"/>
                <a:gd name="T11" fmla="*/ 135 h 903"/>
                <a:gd name="T12" fmla="*/ 59 w 195"/>
                <a:gd name="T13" fmla="*/ 172 h 903"/>
                <a:gd name="T14" fmla="*/ 55 w 195"/>
                <a:gd name="T15" fmla="*/ 182 h 903"/>
                <a:gd name="T16" fmla="*/ 47 w 195"/>
                <a:gd name="T17" fmla="*/ 191 h 903"/>
                <a:gd name="T18" fmla="*/ 36 w 195"/>
                <a:gd name="T19" fmla="*/ 195 h 903"/>
                <a:gd name="T20" fmla="*/ 0 w 195"/>
                <a:gd name="T21" fmla="*/ 196 h 903"/>
                <a:gd name="T22" fmla="*/ 30 w 195"/>
                <a:gd name="T23" fmla="*/ 256 h 903"/>
                <a:gd name="T24" fmla="*/ 42 w 195"/>
                <a:gd name="T25" fmla="*/ 259 h 903"/>
                <a:gd name="T26" fmla="*/ 51 w 195"/>
                <a:gd name="T27" fmla="*/ 265 h 903"/>
                <a:gd name="T28" fmla="*/ 58 w 195"/>
                <a:gd name="T29" fmla="*/ 275 h 903"/>
                <a:gd name="T30" fmla="*/ 60 w 195"/>
                <a:gd name="T31" fmla="*/ 286 h 903"/>
                <a:gd name="T32" fmla="*/ 59 w 195"/>
                <a:gd name="T33" fmla="*/ 322 h 903"/>
                <a:gd name="T34" fmla="*/ 55 w 195"/>
                <a:gd name="T35" fmla="*/ 333 h 903"/>
                <a:gd name="T36" fmla="*/ 47 w 195"/>
                <a:gd name="T37" fmla="*/ 341 h 903"/>
                <a:gd name="T38" fmla="*/ 36 w 195"/>
                <a:gd name="T39" fmla="*/ 345 h 903"/>
                <a:gd name="T40" fmla="*/ 0 w 195"/>
                <a:gd name="T41" fmla="*/ 346 h 903"/>
                <a:gd name="T42" fmla="*/ 30 w 195"/>
                <a:gd name="T43" fmla="*/ 407 h 903"/>
                <a:gd name="T44" fmla="*/ 42 w 195"/>
                <a:gd name="T45" fmla="*/ 409 h 903"/>
                <a:gd name="T46" fmla="*/ 51 w 195"/>
                <a:gd name="T47" fmla="*/ 415 h 903"/>
                <a:gd name="T48" fmla="*/ 58 w 195"/>
                <a:gd name="T49" fmla="*/ 425 h 903"/>
                <a:gd name="T50" fmla="*/ 60 w 195"/>
                <a:gd name="T51" fmla="*/ 437 h 903"/>
                <a:gd name="T52" fmla="*/ 59 w 195"/>
                <a:gd name="T53" fmla="*/ 473 h 903"/>
                <a:gd name="T54" fmla="*/ 55 w 195"/>
                <a:gd name="T55" fmla="*/ 484 h 903"/>
                <a:gd name="T56" fmla="*/ 47 w 195"/>
                <a:gd name="T57" fmla="*/ 491 h 903"/>
                <a:gd name="T58" fmla="*/ 36 w 195"/>
                <a:gd name="T59" fmla="*/ 497 h 903"/>
                <a:gd name="T60" fmla="*/ 0 w 195"/>
                <a:gd name="T61" fmla="*/ 497 h 903"/>
                <a:gd name="T62" fmla="*/ 180 w 195"/>
                <a:gd name="T63" fmla="*/ 903 h 903"/>
                <a:gd name="T64" fmla="*/ 187 w 195"/>
                <a:gd name="T65" fmla="*/ 902 h 903"/>
                <a:gd name="T66" fmla="*/ 191 w 195"/>
                <a:gd name="T67" fmla="*/ 899 h 903"/>
                <a:gd name="T68" fmla="*/ 194 w 195"/>
                <a:gd name="T69" fmla="*/ 895 h 903"/>
                <a:gd name="T70" fmla="*/ 195 w 195"/>
                <a:gd name="T71" fmla="*/ 888 h 903"/>
                <a:gd name="T72" fmla="*/ 195 w 195"/>
                <a:gd name="T73" fmla="*/ 12 h 903"/>
                <a:gd name="T74" fmla="*/ 193 w 195"/>
                <a:gd name="T75" fmla="*/ 6 h 903"/>
                <a:gd name="T76" fmla="*/ 189 w 195"/>
                <a:gd name="T77" fmla="*/ 2 h 903"/>
                <a:gd name="T78" fmla="*/ 183 w 195"/>
                <a:gd name="T79" fmla="*/ 0 h 903"/>
                <a:gd name="T80" fmla="*/ 180 w 195"/>
                <a:gd name="T81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5" h="903">
                  <a:moveTo>
                    <a:pt x="180" y="0"/>
                  </a:moveTo>
                  <a:lnTo>
                    <a:pt x="0" y="0"/>
                  </a:lnTo>
                  <a:lnTo>
                    <a:pt x="0" y="105"/>
                  </a:ln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1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1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407"/>
                  </a:lnTo>
                  <a:lnTo>
                    <a:pt x="30" y="407"/>
                  </a:lnTo>
                  <a:lnTo>
                    <a:pt x="36" y="408"/>
                  </a:lnTo>
                  <a:lnTo>
                    <a:pt x="42" y="409"/>
                  </a:lnTo>
                  <a:lnTo>
                    <a:pt x="47" y="412"/>
                  </a:lnTo>
                  <a:lnTo>
                    <a:pt x="51" y="415"/>
                  </a:lnTo>
                  <a:lnTo>
                    <a:pt x="55" y="419"/>
                  </a:lnTo>
                  <a:lnTo>
                    <a:pt x="58" y="425"/>
                  </a:lnTo>
                  <a:lnTo>
                    <a:pt x="59" y="430"/>
                  </a:lnTo>
                  <a:lnTo>
                    <a:pt x="60" y="437"/>
                  </a:lnTo>
                  <a:lnTo>
                    <a:pt x="60" y="467"/>
                  </a:lnTo>
                  <a:lnTo>
                    <a:pt x="59" y="473"/>
                  </a:lnTo>
                  <a:lnTo>
                    <a:pt x="58" y="478"/>
                  </a:lnTo>
                  <a:lnTo>
                    <a:pt x="55" y="484"/>
                  </a:lnTo>
                  <a:lnTo>
                    <a:pt x="51" y="488"/>
                  </a:lnTo>
                  <a:lnTo>
                    <a:pt x="47" y="491"/>
                  </a:lnTo>
                  <a:lnTo>
                    <a:pt x="42" y="495"/>
                  </a:lnTo>
                  <a:lnTo>
                    <a:pt x="36" y="497"/>
                  </a:lnTo>
                  <a:lnTo>
                    <a:pt x="30" y="497"/>
                  </a:lnTo>
                  <a:lnTo>
                    <a:pt x="0" y="497"/>
                  </a:lnTo>
                  <a:lnTo>
                    <a:pt x="0" y="903"/>
                  </a:lnTo>
                  <a:lnTo>
                    <a:pt x="180" y="903"/>
                  </a:lnTo>
                  <a:lnTo>
                    <a:pt x="183" y="903"/>
                  </a:lnTo>
                  <a:lnTo>
                    <a:pt x="187" y="902"/>
                  </a:lnTo>
                  <a:lnTo>
                    <a:pt x="189" y="901"/>
                  </a:lnTo>
                  <a:lnTo>
                    <a:pt x="191" y="899"/>
                  </a:lnTo>
                  <a:lnTo>
                    <a:pt x="193" y="897"/>
                  </a:lnTo>
                  <a:lnTo>
                    <a:pt x="194" y="895"/>
                  </a:lnTo>
                  <a:lnTo>
                    <a:pt x="195" y="891"/>
                  </a:lnTo>
                  <a:lnTo>
                    <a:pt x="195" y="888"/>
                  </a:lnTo>
                  <a:lnTo>
                    <a:pt x="195" y="15"/>
                  </a:lnTo>
                  <a:lnTo>
                    <a:pt x="195" y="12"/>
                  </a:lnTo>
                  <a:lnTo>
                    <a:pt x="194" y="10"/>
                  </a:lnTo>
                  <a:lnTo>
                    <a:pt x="193" y="6"/>
                  </a:lnTo>
                  <a:lnTo>
                    <a:pt x="191" y="4"/>
                  </a:lnTo>
                  <a:lnTo>
                    <a:pt x="189" y="2"/>
                  </a:lnTo>
                  <a:lnTo>
                    <a:pt x="187" y="1"/>
                  </a:lnTo>
                  <a:lnTo>
                    <a:pt x="183" y="0"/>
                  </a:lnTo>
                  <a:lnTo>
                    <a:pt x="180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sp>
        <p:nvSpPr>
          <p:cNvPr id="72" name="Figura a mano libera 2319" descr="Icona di foglia. ">
            <a:extLst>
              <a:ext uri="{FF2B5EF4-FFF2-40B4-BE49-F238E27FC236}">
                <a16:creationId xmlns:a16="http://schemas.microsoft.com/office/drawing/2014/main" id="{4C935A16-4F4C-4B17-B911-F1D554A088A8}"/>
              </a:ext>
            </a:extLst>
          </p:cNvPr>
          <p:cNvSpPr>
            <a:spLocks noEditPoints="1"/>
          </p:cNvSpPr>
          <p:nvPr/>
        </p:nvSpPr>
        <p:spPr bwMode="auto">
          <a:xfrm>
            <a:off x="10247928" y="2303513"/>
            <a:ext cx="367656" cy="367656"/>
          </a:xfrm>
          <a:custGeom>
            <a:avLst/>
            <a:gdLst>
              <a:gd name="T0" fmla="*/ 550 w 868"/>
              <a:gd name="T1" fmla="*/ 453 h 868"/>
              <a:gd name="T2" fmla="*/ 561 w 868"/>
              <a:gd name="T3" fmla="*/ 457 h 868"/>
              <a:gd name="T4" fmla="*/ 565 w 868"/>
              <a:gd name="T5" fmla="*/ 468 h 868"/>
              <a:gd name="T6" fmla="*/ 561 w 868"/>
              <a:gd name="T7" fmla="*/ 479 h 868"/>
              <a:gd name="T8" fmla="*/ 550 w 868"/>
              <a:gd name="T9" fmla="*/ 483 h 868"/>
              <a:gd name="T10" fmla="*/ 432 w 868"/>
              <a:gd name="T11" fmla="*/ 604 h 868"/>
              <a:gd name="T12" fmla="*/ 442 w 868"/>
              <a:gd name="T13" fmla="*/ 611 h 868"/>
              <a:gd name="T14" fmla="*/ 444 w 868"/>
              <a:gd name="T15" fmla="*/ 622 h 868"/>
              <a:gd name="T16" fmla="*/ 437 w 868"/>
              <a:gd name="T17" fmla="*/ 632 h 868"/>
              <a:gd name="T18" fmla="*/ 254 w 868"/>
              <a:gd name="T19" fmla="*/ 634 h 868"/>
              <a:gd name="T20" fmla="*/ 233 w 868"/>
              <a:gd name="T21" fmla="*/ 438 h 868"/>
              <a:gd name="T22" fmla="*/ 237 w 868"/>
              <a:gd name="T23" fmla="*/ 427 h 868"/>
              <a:gd name="T24" fmla="*/ 248 w 868"/>
              <a:gd name="T25" fmla="*/ 423 h 868"/>
              <a:gd name="T26" fmla="*/ 258 w 868"/>
              <a:gd name="T27" fmla="*/ 427 h 868"/>
              <a:gd name="T28" fmla="*/ 263 w 868"/>
              <a:gd name="T29" fmla="*/ 438 h 868"/>
              <a:gd name="T30" fmla="*/ 384 w 868"/>
              <a:gd name="T31" fmla="*/ 315 h 868"/>
              <a:gd name="T32" fmla="*/ 390 w 868"/>
              <a:gd name="T33" fmla="*/ 305 h 868"/>
              <a:gd name="T34" fmla="*/ 402 w 868"/>
              <a:gd name="T35" fmla="*/ 303 h 868"/>
              <a:gd name="T36" fmla="*/ 412 w 868"/>
              <a:gd name="T37" fmla="*/ 309 h 868"/>
              <a:gd name="T38" fmla="*/ 414 w 868"/>
              <a:gd name="T39" fmla="*/ 431 h 868"/>
              <a:gd name="T40" fmla="*/ 536 w 868"/>
              <a:gd name="T41" fmla="*/ 251 h 868"/>
              <a:gd name="T42" fmla="*/ 544 w 868"/>
              <a:gd name="T43" fmla="*/ 243 h 868"/>
              <a:gd name="T44" fmla="*/ 555 w 868"/>
              <a:gd name="T45" fmla="*/ 243 h 868"/>
              <a:gd name="T46" fmla="*/ 564 w 868"/>
              <a:gd name="T47" fmla="*/ 251 h 868"/>
              <a:gd name="T48" fmla="*/ 610 w 868"/>
              <a:gd name="T49" fmla="*/ 302 h 868"/>
              <a:gd name="T50" fmla="*/ 621 w 868"/>
              <a:gd name="T51" fmla="*/ 307 h 868"/>
              <a:gd name="T52" fmla="*/ 625 w 868"/>
              <a:gd name="T53" fmla="*/ 317 h 868"/>
              <a:gd name="T54" fmla="*/ 621 w 868"/>
              <a:gd name="T55" fmla="*/ 328 h 868"/>
              <a:gd name="T56" fmla="*/ 610 w 868"/>
              <a:gd name="T57" fmla="*/ 332 h 868"/>
              <a:gd name="T58" fmla="*/ 854 w 868"/>
              <a:gd name="T59" fmla="*/ 0 h 868"/>
              <a:gd name="T60" fmla="*/ 789 w 868"/>
              <a:gd name="T61" fmla="*/ 9 h 868"/>
              <a:gd name="T62" fmla="*/ 611 w 868"/>
              <a:gd name="T63" fmla="*/ 45 h 868"/>
              <a:gd name="T64" fmla="*/ 472 w 868"/>
              <a:gd name="T65" fmla="*/ 86 h 868"/>
              <a:gd name="T66" fmla="*/ 319 w 868"/>
              <a:gd name="T67" fmla="*/ 147 h 868"/>
              <a:gd name="T68" fmla="*/ 200 w 868"/>
              <a:gd name="T69" fmla="*/ 219 h 868"/>
              <a:gd name="T70" fmla="*/ 114 w 868"/>
              <a:gd name="T71" fmla="*/ 301 h 868"/>
              <a:gd name="T72" fmla="*/ 63 w 868"/>
              <a:gd name="T73" fmla="*/ 386 h 868"/>
              <a:gd name="T74" fmla="*/ 46 w 868"/>
              <a:gd name="T75" fmla="*/ 463 h 868"/>
              <a:gd name="T76" fmla="*/ 49 w 868"/>
              <a:gd name="T77" fmla="*/ 544 h 868"/>
              <a:gd name="T78" fmla="*/ 74 w 868"/>
              <a:gd name="T79" fmla="*/ 630 h 868"/>
              <a:gd name="T80" fmla="*/ 4 w 868"/>
              <a:gd name="T81" fmla="*/ 799 h 868"/>
              <a:gd name="T82" fmla="*/ 0 w 868"/>
              <a:gd name="T83" fmla="*/ 809 h 868"/>
              <a:gd name="T84" fmla="*/ 4 w 868"/>
              <a:gd name="T85" fmla="*/ 820 h 868"/>
              <a:gd name="T86" fmla="*/ 55 w 868"/>
              <a:gd name="T87" fmla="*/ 868 h 868"/>
              <a:gd name="T88" fmla="*/ 66 w 868"/>
              <a:gd name="T89" fmla="*/ 866 h 868"/>
              <a:gd name="T90" fmla="*/ 224 w 868"/>
              <a:gd name="T91" fmla="*/ 786 h 868"/>
              <a:gd name="T92" fmla="*/ 326 w 868"/>
              <a:gd name="T93" fmla="*/ 816 h 868"/>
              <a:gd name="T94" fmla="*/ 405 w 868"/>
              <a:gd name="T95" fmla="*/ 819 h 868"/>
              <a:gd name="T96" fmla="*/ 464 w 868"/>
              <a:gd name="T97" fmla="*/ 806 h 868"/>
              <a:gd name="T98" fmla="*/ 521 w 868"/>
              <a:gd name="T99" fmla="*/ 779 h 868"/>
              <a:gd name="T100" fmla="*/ 575 w 868"/>
              <a:gd name="T101" fmla="*/ 740 h 868"/>
              <a:gd name="T102" fmla="*/ 625 w 868"/>
              <a:gd name="T103" fmla="*/ 690 h 868"/>
              <a:gd name="T104" fmla="*/ 672 w 868"/>
              <a:gd name="T105" fmla="*/ 627 h 868"/>
              <a:gd name="T106" fmla="*/ 715 w 868"/>
              <a:gd name="T107" fmla="*/ 550 h 868"/>
              <a:gd name="T108" fmla="*/ 773 w 868"/>
              <a:gd name="T109" fmla="*/ 415 h 868"/>
              <a:gd name="T110" fmla="*/ 818 w 868"/>
              <a:gd name="T111" fmla="*/ 271 h 868"/>
              <a:gd name="T112" fmla="*/ 862 w 868"/>
              <a:gd name="T113" fmla="*/ 53 h 868"/>
              <a:gd name="T114" fmla="*/ 866 w 868"/>
              <a:gd name="T115" fmla="*/ 10 h 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68" h="868">
                <a:moveTo>
                  <a:pt x="610" y="332"/>
                </a:moveTo>
                <a:lnTo>
                  <a:pt x="557" y="332"/>
                </a:lnTo>
                <a:lnTo>
                  <a:pt x="435" y="453"/>
                </a:lnTo>
                <a:lnTo>
                  <a:pt x="550" y="453"/>
                </a:lnTo>
                <a:lnTo>
                  <a:pt x="553" y="453"/>
                </a:lnTo>
                <a:lnTo>
                  <a:pt x="555" y="454"/>
                </a:lnTo>
                <a:lnTo>
                  <a:pt x="559" y="456"/>
                </a:lnTo>
                <a:lnTo>
                  <a:pt x="561" y="457"/>
                </a:lnTo>
                <a:lnTo>
                  <a:pt x="563" y="460"/>
                </a:lnTo>
                <a:lnTo>
                  <a:pt x="564" y="463"/>
                </a:lnTo>
                <a:lnTo>
                  <a:pt x="565" y="466"/>
                </a:lnTo>
                <a:lnTo>
                  <a:pt x="565" y="468"/>
                </a:lnTo>
                <a:lnTo>
                  <a:pt x="565" y="471"/>
                </a:lnTo>
                <a:lnTo>
                  <a:pt x="564" y="474"/>
                </a:lnTo>
                <a:lnTo>
                  <a:pt x="563" y="476"/>
                </a:lnTo>
                <a:lnTo>
                  <a:pt x="561" y="479"/>
                </a:lnTo>
                <a:lnTo>
                  <a:pt x="559" y="481"/>
                </a:lnTo>
                <a:lnTo>
                  <a:pt x="555" y="482"/>
                </a:lnTo>
                <a:lnTo>
                  <a:pt x="553" y="483"/>
                </a:lnTo>
                <a:lnTo>
                  <a:pt x="550" y="483"/>
                </a:lnTo>
                <a:lnTo>
                  <a:pt x="405" y="483"/>
                </a:lnTo>
                <a:lnTo>
                  <a:pt x="284" y="604"/>
                </a:lnTo>
                <a:lnTo>
                  <a:pt x="429" y="604"/>
                </a:lnTo>
                <a:lnTo>
                  <a:pt x="432" y="604"/>
                </a:lnTo>
                <a:lnTo>
                  <a:pt x="435" y="605"/>
                </a:lnTo>
                <a:lnTo>
                  <a:pt x="437" y="607"/>
                </a:lnTo>
                <a:lnTo>
                  <a:pt x="440" y="608"/>
                </a:lnTo>
                <a:lnTo>
                  <a:pt x="442" y="611"/>
                </a:lnTo>
                <a:lnTo>
                  <a:pt x="443" y="614"/>
                </a:lnTo>
                <a:lnTo>
                  <a:pt x="444" y="616"/>
                </a:lnTo>
                <a:lnTo>
                  <a:pt x="444" y="619"/>
                </a:lnTo>
                <a:lnTo>
                  <a:pt x="444" y="622"/>
                </a:lnTo>
                <a:lnTo>
                  <a:pt x="443" y="626"/>
                </a:lnTo>
                <a:lnTo>
                  <a:pt x="442" y="628"/>
                </a:lnTo>
                <a:lnTo>
                  <a:pt x="440" y="630"/>
                </a:lnTo>
                <a:lnTo>
                  <a:pt x="437" y="632"/>
                </a:lnTo>
                <a:lnTo>
                  <a:pt x="435" y="633"/>
                </a:lnTo>
                <a:lnTo>
                  <a:pt x="432" y="634"/>
                </a:lnTo>
                <a:lnTo>
                  <a:pt x="429" y="634"/>
                </a:lnTo>
                <a:lnTo>
                  <a:pt x="254" y="634"/>
                </a:lnTo>
                <a:lnTo>
                  <a:pt x="58" y="830"/>
                </a:lnTo>
                <a:lnTo>
                  <a:pt x="36" y="809"/>
                </a:lnTo>
                <a:lnTo>
                  <a:pt x="233" y="613"/>
                </a:lnTo>
                <a:lnTo>
                  <a:pt x="233" y="438"/>
                </a:lnTo>
                <a:lnTo>
                  <a:pt x="233" y="435"/>
                </a:lnTo>
                <a:lnTo>
                  <a:pt x="234" y="433"/>
                </a:lnTo>
                <a:lnTo>
                  <a:pt x="236" y="429"/>
                </a:lnTo>
                <a:lnTo>
                  <a:pt x="237" y="427"/>
                </a:lnTo>
                <a:lnTo>
                  <a:pt x="239" y="426"/>
                </a:lnTo>
                <a:lnTo>
                  <a:pt x="242" y="424"/>
                </a:lnTo>
                <a:lnTo>
                  <a:pt x="244" y="423"/>
                </a:lnTo>
                <a:lnTo>
                  <a:pt x="248" y="423"/>
                </a:lnTo>
                <a:lnTo>
                  <a:pt x="251" y="423"/>
                </a:lnTo>
                <a:lnTo>
                  <a:pt x="254" y="424"/>
                </a:lnTo>
                <a:lnTo>
                  <a:pt x="256" y="426"/>
                </a:lnTo>
                <a:lnTo>
                  <a:pt x="258" y="427"/>
                </a:lnTo>
                <a:lnTo>
                  <a:pt x="261" y="429"/>
                </a:lnTo>
                <a:lnTo>
                  <a:pt x="262" y="433"/>
                </a:lnTo>
                <a:lnTo>
                  <a:pt x="263" y="435"/>
                </a:lnTo>
                <a:lnTo>
                  <a:pt x="263" y="438"/>
                </a:lnTo>
                <a:lnTo>
                  <a:pt x="263" y="583"/>
                </a:lnTo>
                <a:lnTo>
                  <a:pt x="384" y="463"/>
                </a:lnTo>
                <a:lnTo>
                  <a:pt x="384" y="317"/>
                </a:lnTo>
                <a:lnTo>
                  <a:pt x="384" y="315"/>
                </a:lnTo>
                <a:lnTo>
                  <a:pt x="385" y="311"/>
                </a:lnTo>
                <a:lnTo>
                  <a:pt x="386" y="309"/>
                </a:lnTo>
                <a:lnTo>
                  <a:pt x="388" y="307"/>
                </a:lnTo>
                <a:lnTo>
                  <a:pt x="390" y="305"/>
                </a:lnTo>
                <a:lnTo>
                  <a:pt x="393" y="303"/>
                </a:lnTo>
                <a:lnTo>
                  <a:pt x="396" y="303"/>
                </a:lnTo>
                <a:lnTo>
                  <a:pt x="399" y="302"/>
                </a:lnTo>
                <a:lnTo>
                  <a:pt x="402" y="303"/>
                </a:lnTo>
                <a:lnTo>
                  <a:pt x="405" y="303"/>
                </a:lnTo>
                <a:lnTo>
                  <a:pt x="407" y="305"/>
                </a:lnTo>
                <a:lnTo>
                  <a:pt x="410" y="307"/>
                </a:lnTo>
                <a:lnTo>
                  <a:pt x="412" y="309"/>
                </a:lnTo>
                <a:lnTo>
                  <a:pt x="413" y="311"/>
                </a:lnTo>
                <a:lnTo>
                  <a:pt x="414" y="315"/>
                </a:lnTo>
                <a:lnTo>
                  <a:pt x="414" y="317"/>
                </a:lnTo>
                <a:lnTo>
                  <a:pt x="414" y="431"/>
                </a:lnTo>
                <a:lnTo>
                  <a:pt x="535" y="311"/>
                </a:lnTo>
                <a:lnTo>
                  <a:pt x="535" y="257"/>
                </a:lnTo>
                <a:lnTo>
                  <a:pt x="535" y="253"/>
                </a:lnTo>
                <a:lnTo>
                  <a:pt x="536" y="251"/>
                </a:lnTo>
                <a:lnTo>
                  <a:pt x="537" y="248"/>
                </a:lnTo>
                <a:lnTo>
                  <a:pt x="539" y="246"/>
                </a:lnTo>
                <a:lnTo>
                  <a:pt x="542" y="245"/>
                </a:lnTo>
                <a:lnTo>
                  <a:pt x="544" y="243"/>
                </a:lnTo>
                <a:lnTo>
                  <a:pt x="547" y="242"/>
                </a:lnTo>
                <a:lnTo>
                  <a:pt x="550" y="242"/>
                </a:lnTo>
                <a:lnTo>
                  <a:pt x="553" y="242"/>
                </a:lnTo>
                <a:lnTo>
                  <a:pt x="555" y="243"/>
                </a:lnTo>
                <a:lnTo>
                  <a:pt x="559" y="245"/>
                </a:lnTo>
                <a:lnTo>
                  <a:pt x="561" y="246"/>
                </a:lnTo>
                <a:lnTo>
                  <a:pt x="563" y="248"/>
                </a:lnTo>
                <a:lnTo>
                  <a:pt x="564" y="251"/>
                </a:lnTo>
                <a:lnTo>
                  <a:pt x="565" y="253"/>
                </a:lnTo>
                <a:lnTo>
                  <a:pt x="565" y="257"/>
                </a:lnTo>
                <a:lnTo>
                  <a:pt x="565" y="302"/>
                </a:lnTo>
                <a:lnTo>
                  <a:pt x="610" y="302"/>
                </a:lnTo>
                <a:lnTo>
                  <a:pt x="613" y="303"/>
                </a:lnTo>
                <a:lnTo>
                  <a:pt x="617" y="303"/>
                </a:lnTo>
                <a:lnTo>
                  <a:pt x="619" y="305"/>
                </a:lnTo>
                <a:lnTo>
                  <a:pt x="621" y="307"/>
                </a:lnTo>
                <a:lnTo>
                  <a:pt x="623" y="309"/>
                </a:lnTo>
                <a:lnTo>
                  <a:pt x="624" y="311"/>
                </a:lnTo>
                <a:lnTo>
                  <a:pt x="625" y="315"/>
                </a:lnTo>
                <a:lnTo>
                  <a:pt x="625" y="317"/>
                </a:lnTo>
                <a:lnTo>
                  <a:pt x="625" y="320"/>
                </a:lnTo>
                <a:lnTo>
                  <a:pt x="624" y="323"/>
                </a:lnTo>
                <a:lnTo>
                  <a:pt x="623" y="326"/>
                </a:lnTo>
                <a:lnTo>
                  <a:pt x="621" y="328"/>
                </a:lnTo>
                <a:lnTo>
                  <a:pt x="619" y="330"/>
                </a:lnTo>
                <a:lnTo>
                  <a:pt x="617" y="331"/>
                </a:lnTo>
                <a:lnTo>
                  <a:pt x="613" y="332"/>
                </a:lnTo>
                <a:lnTo>
                  <a:pt x="610" y="332"/>
                </a:lnTo>
                <a:close/>
                <a:moveTo>
                  <a:pt x="863" y="5"/>
                </a:moveTo>
                <a:lnTo>
                  <a:pt x="860" y="3"/>
                </a:lnTo>
                <a:lnTo>
                  <a:pt x="857" y="1"/>
                </a:lnTo>
                <a:lnTo>
                  <a:pt x="854" y="0"/>
                </a:lnTo>
                <a:lnTo>
                  <a:pt x="850" y="0"/>
                </a:lnTo>
                <a:lnTo>
                  <a:pt x="843" y="1"/>
                </a:lnTo>
                <a:lnTo>
                  <a:pt x="821" y="5"/>
                </a:lnTo>
                <a:lnTo>
                  <a:pt x="789" y="9"/>
                </a:lnTo>
                <a:lnTo>
                  <a:pt x="747" y="16"/>
                </a:lnTo>
                <a:lnTo>
                  <a:pt x="697" y="26"/>
                </a:lnTo>
                <a:lnTo>
                  <a:pt x="641" y="38"/>
                </a:lnTo>
                <a:lnTo>
                  <a:pt x="611" y="45"/>
                </a:lnTo>
                <a:lnTo>
                  <a:pt x="580" y="54"/>
                </a:lnTo>
                <a:lnTo>
                  <a:pt x="548" y="63"/>
                </a:lnTo>
                <a:lnTo>
                  <a:pt x="516" y="72"/>
                </a:lnTo>
                <a:lnTo>
                  <a:pt x="472" y="86"/>
                </a:lnTo>
                <a:lnTo>
                  <a:pt x="431" y="100"/>
                </a:lnTo>
                <a:lnTo>
                  <a:pt x="391" y="115"/>
                </a:lnTo>
                <a:lnTo>
                  <a:pt x="355" y="131"/>
                </a:lnTo>
                <a:lnTo>
                  <a:pt x="319" y="147"/>
                </a:lnTo>
                <a:lnTo>
                  <a:pt x="286" y="164"/>
                </a:lnTo>
                <a:lnTo>
                  <a:pt x="256" y="182"/>
                </a:lnTo>
                <a:lnTo>
                  <a:pt x="227" y="200"/>
                </a:lnTo>
                <a:lnTo>
                  <a:pt x="200" y="219"/>
                </a:lnTo>
                <a:lnTo>
                  <a:pt x="176" y="238"/>
                </a:lnTo>
                <a:lnTo>
                  <a:pt x="153" y="259"/>
                </a:lnTo>
                <a:lnTo>
                  <a:pt x="133" y="279"/>
                </a:lnTo>
                <a:lnTo>
                  <a:pt x="114" y="301"/>
                </a:lnTo>
                <a:lnTo>
                  <a:pt x="97" y="323"/>
                </a:lnTo>
                <a:lnTo>
                  <a:pt x="84" y="346"/>
                </a:lnTo>
                <a:lnTo>
                  <a:pt x="72" y="368"/>
                </a:lnTo>
                <a:lnTo>
                  <a:pt x="63" y="386"/>
                </a:lnTo>
                <a:lnTo>
                  <a:pt x="57" y="406"/>
                </a:lnTo>
                <a:lnTo>
                  <a:pt x="51" y="424"/>
                </a:lnTo>
                <a:lnTo>
                  <a:pt x="48" y="443"/>
                </a:lnTo>
                <a:lnTo>
                  <a:pt x="46" y="463"/>
                </a:lnTo>
                <a:lnTo>
                  <a:pt x="44" y="483"/>
                </a:lnTo>
                <a:lnTo>
                  <a:pt x="45" y="503"/>
                </a:lnTo>
                <a:lnTo>
                  <a:pt x="46" y="524"/>
                </a:lnTo>
                <a:lnTo>
                  <a:pt x="49" y="544"/>
                </a:lnTo>
                <a:lnTo>
                  <a:pt x="54" y="564"/>
                </a:lnTo>
                <a:lnTo>
                  <a:pt x="59" y="586"/>
                </a:lnTo>
                <a:lnTo>
                  <a:pt x="65" y="607"/>
                </a:lnTo>
                <a:lnTo>
                  <a:pt x="74" y="630"/>
                </a:lnTo>
                <a:lnTo>
                  <a:pt x="84" y="651"/>
                </a:lnTo>
                <a:lnTo>
                  <a:pt x="94" y="674"/>
                </a:lnTo>
                <a:lnTo>
                  <a:pt x="107" y="696"/>
                </a:lnTo>
                <a:lnTo>
                  <a:pt x="4" y="799"/>
                </a:lnTo>
                <a:lnTo>
                  <a:pt x="2" y="801"/>
                </a:lnTo>
                <a:lnTo>
                  <a:pt x="1" y="804"/>
                </a:lnTo>
                <a:lnTo>
                  <a:pt x="0" y="807"/>
                </a:lnTo>
                <a:lnTo>
                  <a:pt x="0" y="809"/>
                </a:lnTo>
                <a:lnTo>
                  <a:pt x="0" y="812"/>
                </a:lnTo>
                <a:lnTo>
                  <a:pt x="1" y="815"/>
                </a:lnTo>
                <a:lnTo>
                  <a:pt x="2" y="817"/>
                </a:lnTo>
                <a:lnTo>
                  <a:pt x="4" y="820"/>
                </a:lnTo>
                <a:lnTo>
                  <a:pt x="47" y="864"/>
                </a:lnTo>
                <a:lnTo>
                  <a:pt x="49" y="866"/>
                </a:lnTo>
                <a:lnTo>
                  <a:pt x="52" y="867"/>
                </a:lnTo>
                <a:lnTo>
                  <a:pt x="55" y="868"/>
                </a:lnTo>
                <a:lnTo>
                  <a:pt x="58" y="868"/>
                </a:lnTo>
                <a:lnTo>
                  <a:pt x="61" y="868"/>
                </a:lnTo>
                <a:lnTo>
                  <a:pt x="63" y="867"/>
                </a:lnTo>
                <a:lnTo>
                  <a:pt x="66" y="866"/>
                </a:lnTo>
                <a:lnTo>
                  <a:pt x="69" y="864"/>
                </a:lnTo>
                <a:lnTo>
                  <a:pt x="171" y="760"/>
                </a:lnTo>
                <a:lnTo>
                  <a:pt x="198" y="773"/>
                </a:lnTo>
                <a:lnTo>
                  <a:pt x="224" y="786"/>
                </a:lnTo>
                <a:lnTo>
                  <a:pt x="250" y="796"/>
                </a:lnTo>
                <a:lnTo>
                  <a:pt x="276" y="805"/>
                </a:lnTo>
                <a:lnTo>
                  <a:pt x="301" y="811"/>
                </a:lnTo>
                <a:lnTo>
                  <a:pt x="326" y="816"/>
                </a:lnTo>
                <a:lnTo>
                  <a:pt x="350" y="819"/>
                </a:lnTo>
                <a:lnTo>
                  <a:pt x="374" y="820"/>
                </a:lnTo>
                <a:lnTo>
                  <a:pt x="389" y="820"/>
                </a:lnTo>
                <a:lnTo>
                  <a:pt x="405" y="819"/>
                </a:lnTo>
                <a:lnTo>
                  <a:pt x="420" y="816"/>
                </a:lnTo>
                <a:lnTo>
                  <a:pt x="435" y="813"/>
                </a:lnTo>
                <a:lnTo>
                  <a:pt x="450" y="810"/>
                </a:lnTo>
                <a:lnTo>
                  <a:pt x="464" y="806"/>
                </a:lnTo>
                <a:lnTo>
                  <a:pt x="479" y="800"/>
                </a:lnTo>
                <a:lnTo>
                  <a:pt x="493" y="794"/>
                </a:lnTo>
                <a:lnTo>
                  <a:pt x="507" y="787"/>
                </a:lnTo>
                <a:lnTo>
                  <a:pt x="521" y="779"/>
                </a:lnTo>
                <a:lnTo>
                  <a:pt x="535" y="770"/>
                </a:lnTo>
                <a:lnTo>
                  <a:pt x="549" y="762"/>
                </a:lnTo>
                <a:lnTo>
                  <a:pt x="562" y="751"/>
                </a:lnTo>
                <a:lnTo>
                  <a:pt x="575" y="740"/>
                </a:lnTo>
                <a:lnTo>
                  <a:pt x="588" y="730"/>
                </a:lnTo>
                <a:lnTo>
                  <a:pt x="600" y="717"/>
                </a:lnTo>
                <a:lnTo>
                  <a:pt x="613" y="704"/>
                </a:lnTo>
                <a:lnTo>
                  <a:pt x="625" y="690"/>
                </a:lnTo>
                <a:lnTo>
                  <a:pt x="638" y="675"/>
                </a:lnTo>
                <a:lnTo>
                  <a:pt x="650" y="660"/>
                </a:lnTo>
                <a:lnTo>
                  <a:pt x="661" y="643"/>
                </a:lnTo>
                <a:lnTo>
                  <a:pt x="672" y="627"/>
                </a:lnTo>
                <a:lnTo>
                  <a:pt x="683" y="608"/>
                </a:lnTo>
                <a:lnTo>
                  <a:pt x="695" y="590"/>
                </a:lnTo>
                <a:lnTo>
                  <a:pt x="706" y="571"/>
                </a:lnTo>
                <a:lnTo>
                  <a:pt x="715" y="550"/>
                </a:lnTo>
                <a:lnTo>
                  <a:pt x="726" y="530"/>
                </a:lnTo>
                <a:lnTo>
                  <a:pt x="736" y="509"/>
                </a:lnTo>
                <a:lnTo>
                  <a:pt x="755" y="464"/>
                </a:lnTo>
                <a:lnTo>
                  <a:pt x="773" y="415"/>
                </a:lnTo>
                <a:lnTo>
                  <a:pt x="786" y="379"/>
                </a:lnTo>
                <a:lnTo>
                  <a:pt x="798" y="341"/>
                </a:lnTo>
                <a:lnTo>
                  <a:pt x="809" y="306"/>
                </a:lnTo>
                <a:lnTo>
                  <a:pt x="818" y="271"/>
                </a:lnTo>
                <a:lnTo>
                  <a:pt x="834" y="204"/>
                </a:lnTo>
                <a:lnTo>
                  <a:pt x="847" y="143"/>
                </a:lnTo>
                <a:lnTo>
                  <a:pt x="856" y="93"/>
                </a:lnTo>
                <a:lnTo>
                  <a:pt x="862" y="53"/>
                </a:lnTo>
                <a:lnTo>
                  <a:pt x="865" y="26"/>
                </a:lnTo>
                <a:lnTo>
                  <a:pt x="868" y="16"/>
                </a:lnTo>
                <a:lnTo>
                  <a:pt x="868" y="13"/>
                </a:lnTo>
                <a:lnTo>
                  <a:pt x="866" y="10"/>
                </a:lnTo>
                <a:lnTo>
                  <a:pt x="865" y="7"/>
                </a:lnTo>
                <a:lnTo>
                  <a:pt x="863" y="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 hidden="1">
            <a:extLst>
              <a:ext uri="{FF2B5EF4-FFF2-40B4-BE49-F238E27FC236}">
                <a16:creationId xmlns:a16="http://schemas.microsoft.com/office/drawing/2014/main" id="{ED2F5393-91A3-4102-A584-E902285C5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 4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Analisi del progetto</a:t>
            </a:r>
            <a:b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e 2">
            <a:extLst>
              <a:ext uri="{FF2B5EF4-FFF2-40B4-BE49-F238E27FC236}">
                <a16:creationId xmlns:a16="http://schemas.microsoft.com/office/drawing/2014/main" id="{9F23A462-D581-4451-A275-D8FA412E1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3232" y="1786303"/>
            <a:ext cx="1587500" cy="1587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sz="1400" dirty="0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3FAD125B-9A3B-49A4-B9EC-C8A6D3CF9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3232" y="4071326"/>
            <a:ext cx="1587500" cy="1587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233E4AB5-6FC1-4454-9421-850EF5A4A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09244" y="2928814"/>
            <a:ext cx="1587500" cy="15875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73" name="Ovale 72">
            <a:extLst>
              <a:ext uri="{FF2B5EF4-FFF2-40B4-BE49-F238E27FC236}">
                <a16:creationId xmlns:a16="http://schemas.microsoft.com/office/drawing/2014/main" id="{40123448-0B37-4226-B26C-A3081E614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5256" y="2928814"/>
            <a:ext cx="1587500" cy="15875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355211EE-8286-42CD-A4AF-EDD1186B2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81268" y="2928814"/>
            <a:ext cx="1587500" cy="1587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D3287700-63E7-4098-B825-B123C1113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81268" y="1107833"/>
            <a:ext cx="1587500" cy="1587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77" name="Ovale 76">
            <a:extLst>
              <a:ext uri="{FF2B5EF4-FFF2-40B4-BE49-F238E27FC236}">
                <a16:creationId xmlns:a16="http://schemas.microsoft.com/office/drawing/2014/main" id="{69943F00-C6CB-4F10-A02B-801F37984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81268" y="4749795"/>
            <a:ext cx="1587500" cy="1587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cxnSp>
        <p:nvCxnSpPr>
          <p:cNvPr id="10" name="Connettore: Gomito 9">
            <a:extLst>
              <a:ext uri="{FF2B5EF4-FFF2-40B4-BE49-F238E27FC236}">
                <a16:creationId xmlns:a16="http://schemas.microsoft.com/office/drawing/2014/main" id="{78C71AAC-D0D2-4BBF-B302-54163A284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3" idx="6"/>
            <a:endCxn id="41" idx="6"/>
          </p:cNvCxnSpPr>
          <p:nvPr/>
        </p:nvCxnSpPr>
        <p:spPr>
          <a:xfrm>
            <a:off x="3310732" y="2580053"/>
            <a:ext cx="12700" cy="2285023"/>
          </a:xfrm>
          <a:prstGeom prst="bentConnector3">
            <a:avLst>
              <a:gd name="adj1" fmla="val 1800000"/>
            </a:avLst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con freccia 12">
            <a:extLst>
              <a:ext uri="{FF2B5EF4-FFF2-40B4-BE49-F238E27FC236}">
                <a16:creationId xmlns:a16="http://schemas.microsoft.com/office/drawing/2014/main" id="{331AB5AC-284A-472B-B8E5-2F198F4E9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3540125" y="3722564"/>
            <a:ext cx="569119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ttore diritto con freccia 77">
            <a:extLst>
              <a:ext uri="{FF2B5EF4-FFF2-40B4-BE49-F238E27FC236}">
                <a16:creationId xmlns:a16="http://schemas.microsoft.com/office/drawing/2014/main" id="{91394D4E-BC7A-418D-B233-6C374456A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2" idx="6"/>
            <a:endCxn id="73" idx="2"/>
          </p:cNvCxnSpPr>
          <p:nvPr/>
        </p:nvCxnSpPr>
        <p:spPr>
          <a:xfrm>
            <a:off x="5696744" y="3722564"/>
            <a:ext cx="798512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ttore diritto con freccia 78">
            <a:extLst>
              <a:ext uri="{FF2B5EF4-FFF2-40B4-BE49-F238E27FC236}">
                <a16:creationId xmlns:a16="http://schemas.microsoft.com/office/drawing/2014/main" id="{61AAA85B-D8C7-43BE-844A-625265015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3" idx="6"/>
            <a:endCxn id="75" idx="2"/>
          </p:cNvCxnSpPr>
          <p:nvPr/>
        </p:nvCxnSpPr>
        <p:spPr>
          <a:xfrm>
            <a:off x="8082756" y="3722564"/>
            <a:ext cx="798512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: Gomito 20">
            <a:extLst>
              <a:ext uri="{FF2B5EF4-FFF2-40B4-BE49-F238E27FC236}">
                <a16:creationId xmlns:a16="http://schemas.microsoft.com/office/drawing/2014/main" id="{4741AA56-D9ED-492E-8385-5CB8274B1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76" idx="2"/>
            <a:endCxn id="77" idx="2"/>
          </p:cNvCxnSpPr>
          <p:nvPr/>
        </p:nvCxnSpPr>
        <p:spPr>
          <a:xfrm rot="10800000" flipV="1">
            <a:off x="8881268" y="1901583"/>
            <a:ext cx="12700" cy="3641962"/>
          </a:xfrm>
          <a:prstGeom prst="bentConnector3">
            <a:avLst>
              <a:gd name="adj1" fmla="val 1800000"/>
            </a:avLst>
          </a:prstGeom>
          <a:ln w="22225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ttangolo 79">
            <a:extLst>
              <a:ext uri="{FF2B5EF4-FFF2-40B4-BE49-F238E27FC236}">
                <a16:creationId xmlns:a16="http://schemas.microsoft.com/office/drawing/2014/main" id="{6BEBF752-C33D-4EC4-8210-F7B1D3A10097}"/>
              </a:ext>
            </a:extLst>
          </p:cNvPr>
          <p:cNvSpPr/>
          <p:nvPr/>
        </p:nvSpPr>
        <p:spPr>
          <a:xfrm>
            <a:off x="1831182" y="2333832"/>
            <a:ext cx="1371600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it-IT" sz="1600" dirty="0">
                <a:solidFill>
                  <a:schemeClr val="bg1"/>
                </a:solidFill>
              </a:rPr>
              <a:t>Obiettivi Gestione</a:t>
            </a:r>
          </a:p>
        </p:txBody>
      </p:sp>
      <p:sp>
        <p:nvSpPr>
          <p:cNvPr id="81" name="Rettangolo 80">
            <a:extLst>
              <a:ext uri="{FF2B5EF4-FFF2-40B4-BE49-F238E27FC236}">
                <a16:creationId xmlns:a16="http://schemas.microsoft.com/office/drawing/2014/main" id="{D4EC02E4-F054-4111-9038-AE0BDA4C8060}"/>
              </a:ext>
            </a:extLst>
          </p:cNvPr>
          <p:cNvSpPr/>
          <p:nvPr/>
        </p:nvSpPr>
        <p:spPr>
          <a:xfrm>
            <a:off x="1831182" y="4741965"/>
            <a:ext cx="1371600" cy="24622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it-IT" sz="1600" dirty="0">
                <a:solidFill>
                  <a:schemeClr val="bg1"/>
                </a:solidFill>
              </a:rPr>
              <a:t>Obiettivi Cliente</a:t>
            </a:r>
          </a:p>
        </p:txBody>
      </p:sp>
      <p:sp>
        <p:nvSpPr>
          <p:cNvPr id="82" name="Rettangolo 81">
            <a:extLst>
              <a:ext uri="{FF2B5EF4-FFF2-40B4-BE49-F238E27FC236}">
                <a16:creationId xmlns:a16="http://schemas.microsoft.com/office/drawing/2014/main" id="{9771041D-83B6-4693-BC25-25AABB3CE3BF}"/>
              </a:ext>
            </a:extLst>
          </p:cNvPr>
          <p:cNvSpPr/>
          <p:nvPr/>
        </p:nvSpPr>
        <p:spPr>
          <a:xfrm>
            <a:off x="4217194" y="3476343"/>
            <a:ext cx="1371600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it-IT" sz="1600" dirty="0">
                <a:solidFill>
                  <a:schemeClr val="bg1"/>
                </a:solidFill>
              </a:rPr>
              <a:t>Obiettivi progetto</a:t>
            </a:r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9F6EE26A-3174-49AD-900E-08C045755F3C}"/>
              </a:ext>
            </a:extLst>
          </p:cNvPr>
          <p:cNvSpPr/>
          <p:nvPr/>
        </p:nvSpPr>
        <p:spPr>
          <a:xfrm>
            <a:off x="6550819" y="3476343"/>
            <a:ext cx="1474788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it-IT" sz="1600" dirty="0">
                <a:solidFill>
                  <a:schemeClr val="bg1"/>
                </a:solidFill>
              </a:rPr>
              <a:t>Piano implementazione</a:t>
            </a:r>
          </a:p>
        </p:txBody>
      </p:sp>
      <p:sp>
        <p:nvSpPr>
          <p:cNvPr id="84" name="Rettangolo 83">
            <a:extLst>
              <a:ext uri="{FF2B5EF4-FFF2-40B4-BE49-F238E27FC236}">
                <a16:creationId xmlns:a16="http://schemas.microsoft.com/office/drawing/2014/main" id="{3B69453F-B845-4467-8C29-7A6677641EC0}"/>
              </a:ext>
            </a:extLst>
          </p:cNvPr>
          <p:cNvSpPr/>
          <p:nvPr/>
        </p:nvSpPr>
        <p:spPr>
          <a:xfrm>
            <a:off x="8989218" y="3599454"/>
            <a:ext cx="1371600" cy="24622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it-IT" sz="1600" dirty="0">
                <a:solidFill>
                  <a:schemeClr val="bg1"/>
                </a:solidFill>
              </a:rPr>
              <a:t>Pianificazioni</a:t>
            </a:r>
          </a:p>
        </p:txBody>
      </p:sp>
      <p:sp>
        <p:nvSpPr>
          <p:cNvPr id="85" name="Rettangolo 84">
            <a:extLst>
              <a:ext uri="{FF2B5EF4-FFF2-40B4-BE49-F238E27FC236}">
                <a16:creationId xmlns:a16="http://schemas.microsoft.com/office/drawing/2014/main" id="{C7CFAFBF-6B2A-49A8-ADCE-FD94A08C87B3}"/>
              </a:ext>
            </a:extLst>
          </p:cNvPr>
          <p:cNvSpPr/>
          <p:nvPr/>
        </p:nvSpPr>
        <p:spPr>
          <a:xfrm>
            <a:off x="8989218" y="1778472"/>
            <a:ext cx="1371600" cy="24622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it-IT" sz="1600" dirty="0">
                <a:solidFill>
                  <a:schemeClr val="bg1"/>
                </a:solidFill>
              </a:rPr>
              <a:t>Attività</a:t>
            </a:r>
          </a:p>
        </p:txBody>
      </p:sp>
      <p:sp>
        <p:nvSpPr>
          <p:cNvPr id="86" name="Rettangolo 85">
            <a:extLst>
              <a:ext uri="{FF2B5EF4-FFF2-40B4-BE49-F238E27FC236}">
                <a16:creationId xmlns:a16="http://schemas.microsoft.com/office/drawing/2014/main" id="{6B499F5E-706B-4272-818B-C87149038662}"/>
              </a:ext>
            </a:extLst>
          </p:cNvPr>
          <p:cNvSpPr/>
          <p:nvPr/>
        </p:nvSpPr>
        <p:spPr>
          <a:xfrm>
            <a:off x="8989218" y="5420435"/>
            <a:ext cx="1371600" cy="24622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it-IT" sz="1600" dirty="0">
                <a:solidFill>
                  <a:schemeClr val="bg1"/>
                </a:solidFill>
              </a:rPr>
              <a:t>Risorse</a:t>
            </a:r>
          </a:p>
        </p:txBody>
      </p:sp>
      <p:sp>
        <p:nvSpPr>
          <p:cNvPr id="90" name="Rettangolo 89">
            <a:extLst>
              <a:ext uri="{FF2B5EF4-FFF2-40B4-BE49-F238E27FC236}">
                <a16:creationId xmlns:a16="http://schemas.microsoft.com/office/drawing/2014/main" id="{79B46693-ED1F-429F-9B11-2794939E3B99}"/>
              </a:ext>
            </a:extLst>
          </p:cNvPr>
          <p:cNvSpPr/>
          <p:nvPr/>
        </p:nvSpPr>
        <p:spPr>
          <a:xfrm>
            <a:off x="6614715" y="4621418"/>
            <a:ext cx="1348582" cy="48731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91" name="Rettangolo 90">
            <a:extLst>
              <a:ext uri="{FF2B5EF4-FFF2-40B4-BE49-F238E27FC236}">
                <a16:creationId xmlns:a16="http://schemas.microsoft.com/office/drawing/2014/main" id="{0F8D1DEA-0363-4C10-925D-1D68E14CCEF4}"/>
              </a:ext>
            </a:extLst>
          </p:cNvPr>
          <p:cNvSpPr/>
          <p:nvPr/>
        </p:nvSpPr>
        <p:spPr>
          <a:xfrm>
            <a:off x="4228703" y="4621418"/>
            <a:ext cx="1348582" cy="48731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87" name="Rettangolo 86">
            <a:extLst>
              <a:ext uri="{FF2B5EF4-FFF2-40B4-BE49-F238E27FC236}">
                <a16:creationId xmlns:a16="http://schemas.microsoft.com/office/drawing/2014/main" id="{D927301F-4FAD-47A6-987B-1D9C411B7CC1}"/>
              </a:ext>
            </a:extLst>
          </p:cNvPr>
          <p:cNvSpPr/>
          <p:nvPr/>
        </p:nvSpPr>
        <p:spPr>
          <a:xfrm>
            <a:off x="10576718" y="1657927"/>
            <a:ext cx="1348582" cy="48731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88" name="Rettangolo 87">
            <a:extLst>
              <a:ext uri="{FF2B5EF4-FFF2-40B4-BE49-F238E27FC236}">
                <a16:creationId xmlns:a16="http://schemas.microsoft.com/office/drawing/2014/main" id="{481D58D3-87D7-4D40-B59F-7F751F117F96}"/>
              </a:ext>
            </a:extLst>
          </p:cNvPr>
          <p:cNvSpPr/>
          <p:nvPr/>
        </p:nvSpPr>
        <p:spPr>
          <a:xfrm>
            <a:off x="10576718" y="3478908"/>
            <a:ext cx="1348582" cy="48731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89" name="Rettangolo 88">
            <a:extLst>
              <a:ext uri="{FF2B5EF4-FFF2-40B4-BE49-F238E27FC236}">
                <a16:creationId xmlns:a16="http://schemas.microsoft.com/office/drawing/2014/main" id="{AAC2972F-490F-4F2F-8A08-930B8C850374}"/>
              </a:ext>
            </a:extLst>
          </p:cNvPr>
          <p:cNvSpPr/>
          <p:nvPr/>
        </p:nvSpPr>
        <p:spPr>
          <a:xfrm>
            <a:off x="10576718" y="5299888"/>
            <a:ext cx="1348582" cy="48731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92" name="Rettangolo 91">
            <a:extLst>
              <a:ext uri="{FF2B5EF4-FFF2-40B4-BE49-F238E27FC236}">
                <a16:creationId xmlns:a16="http://schemas.microsoft.com/office/drawing/2014/main" id="{A69BDC62-882D-49FD-B60A-05F493B04723}"/>
              </a:ext>
            </a:extLst>
          </p:cNvPr>
          <p:cNvSpPr/>
          <p:nvPr/>
        </p:nvSpPr>
        <p:spPr>
          <a:xfrm>
            <a:off x="266700" y="2336397"/>
            <a:ext cx="1348582" cy="48731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r"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93" name="Rettangolo 92">
            <a:extLst>
              <a:ext uri="{FF2B5EF4-FFF2-40B4-BE49-F238E27FC236}">
                <a16:creationId xmlns:a16="http://schemas.microsoft.com/office/drawing/2014/main" id="{FC109BEC-95E0-4EA0-B65C-A8353481F394}"/>
              </a:ext>
            </a:extLst>
          </p:cNvPr>
          <p:cNvSpPr/>
          <p:nvPr/>
        </p:nvSpPr>
        <p:spPr>
          <a:xfrm>
            <a:off x="266700" y="4621420"/>
            <a:ext cx="1348582" cy="48731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r"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3768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F4673A57-8C07-453C-8611-1D99E8CDE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90601"/>
            <a:ext cx="12192000" cy="3513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4" name="Titolo 3" hidden="1">
            <a:extLst>
              <a:ext uri="{FF2B5EF4-FFF2-40B4-BE49-F238E27FC236}">
                <a16:creationId xmlns:a16="http://schemas.microsoft.com/office/drawing/2014/main" id="{2AC0C949-7A02-4C95-8017-D82E7E71C4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 5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Analisi del progetto</a:t>
            </a:r>
            <a:b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Grafico 6" descr="Grafico.">
            <a:extLst>
              <a:ext uri="{FF2B5EF4-FFF2-40B4-BE49-F238E27FC236}">
                <a16:creationId xmlns:a16="http://schemas.microsoft.com/office/drawing/2014/main" id="{686C4999-06C3-490E-B7B9-866B1D0D97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0343446"/>
              </p:ext>
            </p:extLst>
          </p:nvPr>
        </p:nvGraphicFramePr>
        <p:xfrm>
          <a:off x="654050" y="1075266"/>
          <a:ext cx="10883900" cy="3344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6516ABC0-EF46-4159-B4CF-45B14EA92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152902" y="4879971"/>
            <a:ext cx="0" cy="12065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diritto 39">
            <a:extLst>
              <a:ext uri="{FF2B5EF4-FFF2-40B4-BE49-F238E27FC236}">
                <a16:creationId xmlns:a16="http://schemas.microsoft.com/office/drawing/2014/main" id="{B1E755E2-4A99-478A-BBEF-ACE16BEBF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039100" y="4879971"/>
            <a:ext cx="0" cy="120650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ttangolo 42">
            <a:extLst>
              <a:ext uri="{FF2B5EF4-FFF2-40B4-BE49-F238E27FC236}">
                <a16:creationId xmlns:a16="http://schemas.microsoft.com/office/drawing/2014/main" id="{51613421-44EB-4EA7-89AE-D8972D473414}"/>
              </a:ext>
            </a:extLst>
          </p:cNvPr>
          <p:cNvSpPr/>
          <p:nvPr/>
        </p:nvSpPr>
        <p:spPr>
          <a:xfrm>
            <a:off x="838205" y="5521007"/>
            <a:ext cx="2743195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71E47AC8-8358-4724-91F8-0D1B21FC5F47}"/>
              </a:ext>
            </a:extLst>
          </p:cNvPr>
          <p:cNvSpPr/>
          <p:nvPr/>
        </p:nvSpPr>
        <p:spPr>
          <a:xfrm>
            <a:off x="838205" y="5000266"/>
            <a:ext cx="2743195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it-IT" sz="3200" dirty="0">
                <a:solidFill>
                  <a:schemeClr val="accent3">
                    <a:lumMod val="75000"/>
                  </a:schemeClr>
                </a:solidFill>
                <a:cs typeface="Segoe UI" panose="020B0502040204020203" pitchFamily="34" charset="0"/>
              </a:rPr>
              <a:t>5.980</a:t>
            </a: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69F7E025-DDEC-4748-AAE9-9FA2A4BF1E49}"/>
              </a:ext>
            </a:extLst>
          </p:cNvPr>
          <p:cNvSpPr/>
          <p:nvPr/>
        </p:nvSpPr>
        <p:spPr>
          <a:xfrm>
            <a:off x="838205" y="4748574"/>
            <a:ext cx="2743195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it-IT" sz="1400" b="1" dirty="0">
                <a:solidFill>
                  <a:schemeClr val="accent3">
                    <a:lumMod val="75000"/>
                  </a:schemeClr>
                </a:solidFill>
                <a:latin typeface="+mj-lt"/>
                <a:cs typeface="Segoe UI" panose="020B0502040204020203" pitchFamily="34" charset="0"/>
              </a:rPr>
              <a:t>LOREM IPSUM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84176128-6116-4C3C-9CC3-394E6E116762}"/>
              </a:ext>
            </a:extLst>
          </p:cNvPr>
          <p:cNvSpPr/>
          <p:nvPr/>
        </p:nvSpPr>
        <p:spPr>
          <a:xfrm>
            <a:off x="4724403" y="5521007"/>
            <a:ext cx="2743195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839BCDE9-6CF8-45EE-BFA1-6E32ED5C240E}"/>
              </a:ext>
            </a:extLst>
          </p:cNvPr>
          <p:cNvSpPr/>
          <p:nvPr/>
        </p:nvSpPr>
        <p:spPr>
          <a:xfrm>
            <a:off x="4724403" y="5000266"/>
            <a:ext cx="2743195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it-IT" sz="3200" dirty="0">
                <a:solidFill>
                  <a:schemeClr val="accent4">
                    <a:lumMod val="75000"/>
                  </a:schemeClr>
                </a:solidFill>
                <a:cs typeface="Segoe UI" panose="020B0502040204020203" pitchFamily="34" charset="0"/>
              </a:rPr>
              <a:t>-1,19</a:t>
            </a: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7DDB637A-4822-4FE9-8AEA-11DEA7859049}"/>
              </a:ext>
            </a:extLst>
          </p:cNvPr>
          <p:cNvSpPr/>
          <p:nvPr/>
        </p:nvSpPr>
        <p:spPr>
          <a:xfrm>
            <a:off x="4724403" y="4748574"/>
            <a:ext cx="2743195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it-IT" sz="1400" b="1" dirty="0">
                <a:solidFill>
                  <a:schemeClr val="accent4">
                    <a:lumMod val="75000"/>
                  </a:schemeClr>
                </a:solidFill>
                <a:latin typeface="+mj-lt"/>
                <a:cs typeface="Segoe UI" panose="020B0502040204020203" pitchFamily="34" charset="0"/>
              </a:rPr>
              <a:t>LOREM IPSUM</a:t>
            </a:r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7FA68D61-8BDC-4C14-9F0D-CF0C946CD30A}"/>
              </a:ext>
            </a:extLst>
          </p:cNvPr>
          <p:cNvSpPr/>
          <p:nvPr/>
        </p:nvSpPr>
        <p:spPr>
          <a:xfrm>
            <a:off x="8610600" y="5521007"/>
            <a:ext cx="2743195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B164A1DA-19AA-4A0C-9ED2-92A9346B807A}"/>
              </a:ext>
            </a:extLst>
          </p:cNvPr>
          <p:cNvSpPr/>
          <p:nvPr/>
        </p:nvSpPr>
        <p:spPr>
          <a:xfrm>
            <a:off x="8610600" y="5000266"/>
            <a:ext cx="2743195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it-IT" sz="32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€ 113.200,50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FA4B18CA-09B5-4584-8D25-60B58EF68413}"/>
              </a:ext>
            </a:extLst>
          </p:cNvPr>
          <p:cNvSpPr/>
          <p:nvPr/>
        </p:nvSpPr>
        <p:spPr>
          <a:xfrm>
            <a:off x="8610600" y="4748574"/>
            <a:ext cx="2743195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it-IT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 panose="020B0502040204020203" pitchFamily="34" charset="0"/>
              </a:rPr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1212140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 6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Analisi del progetto</a:t>
            </a:r>
            <a:b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erchio: Vuoto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36828" y="229621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22" name="Cerchio: Vuoto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46623" y="229621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23" name="Cerchio: Vuoto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6419" y="229621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24" name="Cerchio: Vuoto 23">
            <a:extLst>
              <a:ext uri="{FF2B5EF4-FFF2-40B4-BE49-F238E27FC236}">
                <a16:creationId xmlns:a16="http://schemas.microsoft.com/office/drawing/2014/main" id="{A838DD0B-E018-44D0-A4C0-13DF2FD02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41725" y="3501330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25" name="Cerchio: Vuoto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1521" y="3501330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29" name="Cerchio: Vuoto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1316" y="3501330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16FB0785-0013-474B-B959-F2CC8F4C0C1E}"/>
              </a:ext>
            </a:extLst>
          </p:cNvPr>
          <p:cNvSpPr/>
          <p:nvPr/>
        </p:nvSpPr>
        <p:spPr>
          <a:xfrm>
            <a:off x="1292015" y="1357350"/>
            <a:ext cx="2428875" cy="710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913AB221-FD8D-4664-9B4C-AE1B1660ECAA}"/>
              </a:ext>
            </a:extLst>
          </p:cNvPr>
          <p:cNvSpPr/>
          <p:nvPr/>
        </p:nvSpPr>
        <p:spPr>
          <a:xfrm>
            <a:off x="4529115" y="1357350"/>
            <a:ext cx="2428875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53F5EDC0-C02E-4790-A681-CA7AB9133338}"/>
              </a:ext>
            </a:extLst>
          </p:cNvPr>
          <p:cNvSpPr/>
          <p:nvPr/>
        </p:nvSpPr>
        <p:spPr>
          <a:xfrm>
            <a:off x="7766215" y="1357350"/>
            <a:ext cx="2428875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857F5370-BF8E-406B-BEAE-B1224615626A}"/>
              </a:ext>
            </a:extLst>
          </p:cNvPr>
          <p:cNvSpPr/>
          <p:nvPr/>
        </p:nvSpPr>
        <p:spPr>
          <a:xfrm>
            <a:off x="1996865" y="5332295"/>
            <a:ext cx="2428875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98F5A313-1C6C-4AEE-8556-576074B1BF06}"/>
              </a:ext>
            </a:extLst>
          </p:cNvPr>
          <p:cNvSpPr/>
          <p:nvPr/>
        </p:nvSpPr>
        <p:spPr>
          <a:xfrm>
            <a:off x="5233965" y="5332295"/>
            <a:ext cx="2428875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0C310CC8-6624-4352-A642-89EF6FA7DCE6}"/>
              </a:ext>
            </a:extLst>
          </p:cNvPr>
          <p:cNvSpPr/>
          <p:nvPr/>
        </p:nvSpPr>
        <p:spPr>
          <a:xfrm>
            <a:off x="8471065" y="5332295"/>
            <a:ext cx="2428875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grpSp>
        <p:nvGrpSpPr>
          <p:cNvPr id="41" name="Gruppo 40" descr="Icona di persona e fumetto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4144646" y="2903628"/>
            <a:ext cx="378221" cy="380335"/>
            <a:chOff x="3171788" y="779462"/>
            <a:chExt cx="284163" cy="285751"/>
          </a:xfrm>
          <a:solidFill>
            <a:schemeClr val="accent3">
              <a:lumMod val="75000"/>
            </a:schemeClr>
          </a:solidFill>
        </p:grpSpPr>
        <p:sp>
          <p:nvSpPr>
            <p:cNvPr id="42" name="Figura a mano libera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52" name="Figura a mano libera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grpSp>
        <p:nvGrpSpPr>
          <p:cNvPr id="53" name="Gruppo 52" descr="Icona di libri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5571346" y="2901918"/>
            <a:ext cx="344413" cy="382447"/>
            <a:chOff x="2608263" y="1920875"/>
            <a:chExt cx="258763" cy="287338"/>
          </a:xfrm>
          <a:solidFill>
            <a:schemeClr val="accent4">
              <a:lumMod val="75000"/>
            </a:schemeClr>
          </a:solidFill>
        </p:grpSpPr>
        <p:sp>
          <p:nvSpPr>
            <p:cNvPr id="54" name="Rettangolo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55" name="Figura a mano libera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56" name="Figura a mano libera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57" name="Figura a mano libera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58" name="Figura a mano libera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59" name="Figura a mano libera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60" name="Rettangolo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61" name="Figura a mano libera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62" name="Figura a mano libera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63" name="Figura a mano libera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64" name="Rettangolo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65" name="Figura a mano libera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66" name="Figura a mano libera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67" name="Rettangolo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68" name="Figura a mano libera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69" name="Figura a mano libera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sp>
        <p:nvSpPr>
          <p:cNvPr id="70" name="Figura a mano libera 1671" descr="Icona di segno di spunta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6963181" y="2902974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71" name="Figura a mano libera 3850" descr="Icona di fulmine. ">
            <a:extLst>
              <a:ext uri="{FF2B5EF4-FFF2-40B4-BE49-F238E27FC236}">
                <a16:creationId xmlns:a16="http://schemas.microsoft.com/office/drawing/2014/main" id="{4F438411-AB3F-41D1-B7B0-3BD67465A272}"/>
              </a:ext>
            </a:extLst>
          </p:cNvPr>
          <p:cNvSpPr>
            <a:spLocks/>
          </p:cNvSpPr>
          <p:nvPr/>
        </p:nvSpPr>
        <p:spPr bwMode="auto">
          <a:xfrm>
            <a:off x="4904481" y="4108092"/>
            <a:ext cx="268346" cy="380334"/>
          </a:xfrm>
          <a:custGeom>
            <a:avLst/>
            <a:gdLst>
              <a:gd name="T0" fmla="*/ 635 w 636"/>
              <a:gd name="T1" fmla="*/ 369 h 901"/>
              <a:gd name="T2" fmla="*/ 632 w 636"/>
              <a:gd name="T3" fmla="*/ 365 h 901"/>
              <a:gd name="T4" fmla="*/ 629 w 636"/>
              <a:gd name="T5" fmla="*/ 362 h 901"/>
              <a:gd name="T6" fmla="*/ 625 w 636"/>
              <a:gd name="T7" fmla="*/ 360 h 901"/>
              <a:gd name="T8" fmla="*/ 621 w 636"/>
              <a:gd name="T9" fmla="*/ 360 h 901"/>
              <a:gd name="T10" fmla="*/ 337 w 636"/>
              <a:gd name="T11" fmla="*/ 360 h 901"/>
              <a:gd name="T12" fmla="*/ 409 w 636"/>
              <a:gd name="T13" fmla="*/ 17 h 901"/>
              <a:gd name="T14" fmla="*/ 409 w 636"/>
              <a:gd name="T15" fmla="*/ 13 h 901"/>
              <a:gd name="T16" fmla="*/ 408 w 636"/>
              <a:gd name="T17" fmla="*/ 7 h 901"/>
              <a:gd name="T18" fmla="*/ 405 w 636"/>
              <a:gd name="T19" fmla="*/ 3 h 901"/>
              <a:gd name="T20" fmla="*/ 400 w 636"/>
              <a:gd name="T21" fmla="*/ 1 h 901"/>
              <a:gd name="T22" fmla="*/ 395 w 636"/>
              <a:gd name="T23" fmla="*/ 0 h 901"/>
              <a:gd name="T24" fmla="*/ 390 w 636"/>
              <a:gd name="T25" fmla="*/ 0 h 901"/>
              <a:gd name="T26" fmla="*/ 385 w 636"/>
              <a:gd name="T27" fmla="*/ 2 h 901"/>
              <a:gd name="T28" fmla="*/ 382 w 636"/>
              <a:gd name="T29" fmla="*/ 6 h 901"/>
              <a:gd name="T30" fmla="*/ 2 w 636"/>
              <a:gd name="T31" fmla="*/ 547 h 901"/>
              <a:gd name="T32" fmla="*/ 1 w 636"/>
              <a:gd name="T33" fmla="*/ 550 h 901"/>
              <a:gd name="T34" fmla="*/ 0 w 636"/>
              <a:gd name="T35" fmla="*/ 554 h 901"/>
              <a:gd name="T36" fmla="*/ 0 w 636"/>
              <a:gd name="T37" fmla="*/ 559 h 901"/>
              <a:gd name="T38" fmla="*/ 1 w 636"/>
              <a:gd name="T39" fmla="*/ 562 h 901"/>
              <a:gd name="T40" fmla="*/ 4 w 636"/>
              <a:gd name="T41" fmla="*/ 566 h 901"/>
              <a:gd name="T42" fmla="*/ 8 w 636"/>
              <a:gd name="T43" fmla="*/ 568 h 901"/>
              <a:gd name="T44" fmla="*/ 11 w 636"/>
              <a:gd name="T45" fmla="*/ 569 h 901"/>
              <a:gd name="T46" fmla="*/ 15 w 636"/>
              <a:gd name="T47" fmla="*/ 570 h 901"/>
              <a:gd name="T48" fmla="*/ 299 w 636"/>
              <a:gd name="T49" fmla="*/ 570 h 901"/>
              <a:gd name="T50" fmla="*/ 228 w 636"/>
              <a:gd name="T51" fmla="*/ 882 h 901"/>
              <a:gd name="T52" fmla="*/ 228 w 636"/>
              <a:gd name="T53" fmla="*/ 888 h 901"/>
              <a:gd name="T54" fmla="*/ 229 w 636"/>
              <a:gd name="T55" fmla="*/ 892 h 901"/>
              <a:gd name="T56" fmla="*/ 232 w 636"/>
              <a:gd name="T57" fmla="*/ 896 h 901"/>
              <a:gd name="T58" fmla="*/ 236 w 636"/>
              <a:gd name="T59" fmla="*/ 900 h 901"/>
              <a:gd name="T60" fmla="*/ 239 w 636"/>
              <a:gd name="T61" fmla="*/ 901 h 901"/>
              <a:gd name="T62" fmla="*/ 243 w 636"/>
              <a:gd name="T63" fmla="*/ 901 h 901"/>
              <a:gd name="T64" fmla="*/ 246 w 636"/>
              <a:gd name="T65" fmla="*/ 901 h 901"/>
              <a:gd name="T66" fmla="*/ 249 w 636"/>
              <a:gd name="T67" fmla="*/ 900 h 901"/>
              <a:gd name="T68" fmla="*/ 252 w 636"/>
              <a:gd name="T69" fmla="*/ 897 h 901"/>
              <a:gd name="T70" fmla="*/ 254 w 636"/>
              <a:gd name="T71" fmla="*/ 895 h 901"/>
              <a:gd name="T72" fmla="*/ 633 w 636"/>
              <a:gd name="T73" fmla="*/ 384 h 901"/>
              <a:gd name="T74" fmla="*/ 635 w 636"/>
              <a:gd name="T75" fmla="*/ 381 h 901"/>
              <a:gd name="T76" fmla="*/ 636 w 636"/>
              <a:gd name="T77" fmla="*/ 376 h 901"/>
              <a:gd name="T78" fmla="*/ 636 w 636"/>
              <a:gd name="T79" fmla="*/ 372 h 901"/>
              <a:gd name="T80" fmla="*/ 635 w 636"/>
              <a:gd name="T81" fmla="*/ 369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36" h="901">
                <a:moveTo>
                  <a:pt x="635" y="369"/>
                </a:moveTo>
                <a:lnTo>
                  <a:pt x="632" y="365"/>
                </a:lnTo>
                <a:lnTo>
                  <a:pt x="629" y="362"/>
                </a:lnTo>
                <a:lnTo>
                  <a:pt x="625" y="360"/>
                </a:lnTo>
                <a:lnTo>
                  <a:pt x="621" y="360"/>
                </a:lnTo>
                <a:lnTo>
                  <a:pt x="337" y="360"/>
                </a:lnTo>
                <a:lnTo>
                  <a:pt x="409" y="17"/>
                </a:lnTo>
                <a:lnTo>
                  <a:pt x="409" y="13"/>
                </a:lnTo>
                <a:lnTo>
                  <a:pt x="408" y="7"/>
                </a:lnTo>
                <a:lnTo>
                  <a:pt x="405" y="3"/>
                </a:lnTo>
                <a:lnTo>
                  <a:pt x="400" y="1"/>
                </a:lnTo>
                <a:lnTo>
                  <a:pt x="395" y="0"/>
                </a:lnTo>
                <a:lnTo>
                  <a:pt x="390" y="0"/>
                </a:lnTo>
                <a:lnTo>
                  <a:pt x="385" y="2"/>
                </a:lnTo>
                <a:lnTo>
                  <a:pt x="382" y="6"/>
                </a:lnTo>
                <a:lnTo>
                  <a:pt x="2" y="547"/>
                </a:lnTo>
                <a:lnTo>
                  <a:pt x="1" y="550"/>
                </a:lnTo>
                <a:lnTo>
                  <a:pt x="0" y="554"/>
                </a:lnTo>
                <a:lnTo>
                  <a:pt x="0" y="559"/>
                </a:lnTo>
                <a:lnTo>
                  <a:pt x="1" y="562"/>
                </a:lnTo>
                <a:lnTo>
                  <a:pt x="4" y="566"/>
                </a:lnTo>
                <a:lnTo>
                  <a:pt x="8" y="568"/>
                </a:lnTo>
                <a:lnTo>
                  <a:pt x="11" y="569"/>
                </a:lnTo>
                <a:lnTo>
                  <a:pt x="15" y="570"/>
                </a:lnTo>
                <a:lnTo>
                  <a:pt x="299" y="570"/>
                </a:lnTo>
                <a:lnTo>
                  <a:pt x="228" y="882"/>
                </a:lnTo>
                <a:lnTo>
                  <a:pt x="228" y="888"/>
                </a:lnTo>
                <a:lnTo>
                  <a:pt x="229" y="892"/>
                </a:lnTo>
                <a:lnTo>
                  <a:pt x="232" y="896"/>
                </a:lnTo>
                <a:lnTo>
                  <a:pt x="236" y="900"/>
                </a:lnTo>
                <a:lnTo>
                  <a:pt x="239" y="901"/>
                </a:lnTo>
                <a:lnTo>
                  <a:pt x="243" y="901"/>
                </a:lnTo>
                <a:lnTo>
                  <a:pt x="246" y="901"/>
                </a:lnTo>
                <a:lnTo>
                  <a:pt x="249" y="900"/>
                </a:lnTo>
                <a:lnTo>
                  <a:pt x="252" y="897"/>
                </a:lnTo>
                <a:lnTo>
                  <a:pt x="254" y="895"/>
                </a:lnTo>
                <a:lnTo>
                  <a:pt x="633" y="384"/>
                </a:lnTo>
                <a:lnTo>
                  <a:pt x="635" y="381"/>
                </a:lnTo>
                <a:lnTo>
                  <a:pt x="636" y="376"/>
                </a:lnTo>
                <a:lnTo>
                  <a:pt x="636" y="372"/>
                </a:lnTo>
                <a:lnTo>
                  <a:pt x="635" y="369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72" name="Figura a mano libera 3886" descr="Icona di lente di ingrandimento per rappresentare la ricerca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6257227" y="4108092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grpSp>
        <p:nvGrpSpPr>
          <p:cNvPr id="73" name="Gruppo 72" descr="Icona di monitor di computer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7667022" y="4107036"/>
            <a:ext cx="382447" cy="382446"/>
            <a:chOff x="879475" y="5100638"/>
            <a:chExt cx="287338" cy="287337"/>
          </a:xfrm>
          <a:solidFill>
            <a:schemeClr val="accent4">
              <a:lumMod val="75000"/>
            </a:schemeClr>
          </a:solidFill>
        </p:grpSpPr>
        <p:sp>
          <p:nvSpPr>
            <p:cNvPr id="74" name="Figura a mano libera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75" name="Figura a mano libera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76" name="Figura a mano libera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77" name="Figura a mano libera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78" name="Figura a mano libera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3887579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 hidden="1">
            <a:extLst>
              <a:ext uri="{FF2B5EF4-FFF2-40B4-BE49-F238E27FC236}">
                <a16:creationId xmlns:a16="http://schemas.microsoft.com/office/drawing/2014/main" id="{D33B6BF4-2C08-4464-A4ED-A7F5F991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it-IT" dirty="0"/>
              <a:t>Analisi progetto diapositiva 7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67149B44-59AD-4690-80C9-E1BD6CD00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C0551EA-9F3C-4E6B-8292-6C64ABE1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smtClean="0"/>
              <a:pPr rtl="0"/>
              <a:t>17</a:t>
            </a:fld>
            <a:endParaRPr lang="it-IT" dirty="0"/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Analisi del progetto</a:t>
            </a:r>
            <a:b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Tabella 47">
            <a:extLst>
              <a:ext uri="{FF2B5EF4-FFF2-40B4-BE49-F238E27FC236}">
                <a16:creationId xmlns:a16="http://schemas.microsoft.com/office/drawing/2014/main" id="{4293C5FE-8B5A-43A8-B602-44F1336289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185464"/>
              </p:ext>
            </p:extLst>
          </p:nvPr>
        </p:nvGraphicFramePr>
        <p:xfrm>
          <a:off x="431800" y="1263895"/>
          <a:ext cx="11328400" cy="4000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840">
                  <a:extLst>
                    <a:ext uri="{9D8B030D-6E8A-4147-A177-3AD203B41FA5}">
                      <a16:colId xmlns:a16="http://schemas.microsoft.com/office/drawing/2014/main" val="1064767228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2110247153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1671774837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1042921663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1140046485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1773304150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1528819555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3985123976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1999644776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1607982248"/>
                    </a:ext>
                  </a:extLst>
                </a:gridCol>
              </a:tblGrid>
              <a:tr h="500062">
                <a:tc>
                  <a:txBody>
                    <a:bodyPr/>
                    <a:lstStyle/>
                    <a:p>
                      <a:pPr rtl="0"/>
                      <a:endParaRPr lang="it-IT" noProof="0" dirty="0"/>
                    </a:p>
                  </a:txBody>
                  <a:tcPr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it-IT" noProof="0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it-IT" noProof="0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it-IT" noProof="0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it-IT" noProof="0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it-IT" noProof="0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it-IT" noProof="0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it-IT" noProof="0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it-IT" noProof="0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it-IT" noProof="0" dirty="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711411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72463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303603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257650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268816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237457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174924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it-IT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256183"/>
                  </a:ext>
                </a:extLst>
              </a:tr>
            </a:tbl>
          </a:graphicData>
        </a:graphic>
      </p:graphicFrame>
      <p:sp>
        <p:nvSpPr>
          <p:cNvPr id="49" name="Figura a mano libera 3886" descr="Icona di lente di ingrandimento che rappresenta la ricerca. ">
            <a:extLst>
              <a:ext uri="{FF2B5EF4-FFF2-40B4-BE49-F238E27FC236}">
                <a16:creationId xmlns:a16="http://schemas.microsoft.com/office/drawing/2014/main" id="{9EE2839B-44FB-42AC-BF2D-037A4BE4BEC7}"/>
              </a:ext>
            </a:extLst>
          </p:cNvPr>
          <p:cNvSpPr>
            <a:spLocks noEditPoints="1"/>
          </p:cNvSpPr>
          <p:nvPr/>
        </p:nvSpPr>
        <p:spPr bwMode="auto">
          <a:xfrm>
            <a:off x="845745" y="1368977"/>
            <a:ext cx="287338" cy="285750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grpSp>
        <p:nvGrpSpPr>
          <p:cNvPr id="50" name="Gruppo 49" descr="Icona di carta e penna. ">
            <a:extLst>
              <a:ext uri="{FF2B5EF4-FFF2-40B4-BE49-F238E27FC236}">
                <a16:creationId xmlns:a16="http://schemas.microsoft.com/office/drawing/2014/main" id="{2FA1B3F0-F0C6-4C2E-ABD3-6AE2AAF66A07}"/>
              </a:ext>
            </a:extLst>
          </p:cNvPr>
          <p:cNvGrpSpPr/>
          <p:nvPr/>
        </p:nvGrpSpPr>
        <p:grpSpPr>
          <a:xfrm>
            <a:off x="1989538" y="1368977"/>
            <a:ext cx="287337" cy="285750"/>
            <a:chOff x="7018338" y="4656138"/>
            <a:chExt cx="287337" cy="285750"/>
          </a:xfrm>
          <a:solidFill>
            <a:schemeClr val="bg1"/>
          </a:solidFill>
        </p:grpSpPr>
        <p:sp>
          <p:nvSpPr>
            <p:cNvPr id="51" name="Figura a mano libera 4604">
              <a:extLst>
                <a:ext uri="{FF2B5EF4-FFF2-40B4-BE49-F238E27FC236}">
                  <a16:creationId xmlns:a16="http://schemas.microsoft.com/office/drawing/2014/main" id="{F6337A0B-842D-4F0F-B93C-DA957BFFC1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18338" y="4656138"/>
              <a:ext cx="230188" cy="285750"/>
            </a:xfrm>
            <a:custGeom>
              <a:avLst/>
              <a:gdLst>
                <a:gd name="T0" fmla="*/ 351 w 723"/>
                <a:gd name="T1" fmla="*/ 416 h 903"/>
                <a:gd name="T2" fmla="*/ 348 w 723"/>
                <a:gd name="T3" fmla="*/ 400 h 903"/>
                <a:gd name="T4" fmla="*/ 362 w 723"/>
                <a:gd name="T5" fmla="*/ 391 h 903"/>
                <a:gd name="T6" fmla="*/ 525 w 723"/>
                <a:gd name="T7" fmla="*/ 398 h 903"/>
                <a:gd name="T8" fmla="*/ 525 w 723"/>
                <a:gd name="T9" fmla="*/ 414 h 903"/>
                <a:gd name="T10" fmla="*/ 513 w 723"/>
                <a:gd name="T11" fmla="*/ 572 h 903"/>
                <a:gd name="T12" fmla="*/ 349 w 723"/>
                <a:gd name="T13" fmla="*/ 565 h 903"/>
                <a:gd name="T14" fmla="*/ 349 w 723"/>
                <a:gd name="T15" fmla="*/ 548 h 903"/>
                <a:gd name="T16" fmla="*/ 513 w 723"/>
                <a:gd name="T17" fmla="*/ 542 h 903"/>
                <a:gd name="T18" fmla="*/ 526 w 723"/>
                <a:gd name="T19" fmla="*/ 551 h 903"/>
                <a:gd name="T20" fmla="*/ 523 w 723"/>
                <a:gd name="T21" fmla="*/ 568 h 903"/>
                <a:gd name="T22" fmla="*/ 362 w 723"/>
                <a:gd name="T23" fmla="*/ 722 h 903"/>
                <a:gd name="T24" fmla="*/ 348 w 723"/>
                <a:gd name="T25" fmla="*/ 713 h 903"/>
                <a:gd name="T26" fmla="*/ 351 w 723"/>
                <a:gd name="T27" fmla="*/ 696 h 903"/>
                <a:gd name="T28" fmla="*/ 515 w 723"/>
                <a:gd name="T29" fmla="*/ 693 h 903"/>
                <a:gd name="T30" fmla="*/ 528 w 723"/>
                <a:gd name="T31" fmla="*/ 704 h 903"/>
                <a:gd name="T32" fmla="*/ 521 w 723"/>
                <a:gd name="T33" fmla="*/ 720 h 903"/>
                <a:gd name="T34" fmla="*/ 232 w 723"/>
                <a:gd name="T35" fmla="*/ 405 h 903"/>
                <a:gd name="T36" fmla="*/ 198 w 723"/>
                <a:gd name="T37" fmla="*/ 381 h 903"/>
                <a:gd name="T38" fmla="*/ 200 w 723"/>
                <a:gd name="T39" fmla="*/ 365 h 903"/>
                <a:gd name="T40" fmla="*/ 217 w 723"/>
                <a:gd name="T41" fmla="*/ 362 h 903"/>
                <a:gd name="T42" fmla="*/ 296 w 723"/>
                <a:gd name="T43" fmla="*/ 302 h 903"/>
                <a:gd name="T44" fmla="*/ 312 w 723"/>
                <a:gd name="T45" fmla="*/ 306 h 903"/>
                <a:gd name="T46" fmla="*/ 315 w 723"/>
                <a:gd name="T47" fmla="*/ 321 h 903"/>
                <a:gd name="T48" fmla="*/ 226 w 723"/>
                <a:gd name="T49" fmla="*/ 556 h 903"/>
                <a:gd name="T50" fmla="*/ 197 w 723"/>
                <a:gd name="T51" fmla="*/ 529 h 903"/>
                <a:gd name="T52" fmla="*/ 203 w 723"/>
                <a:gd name="T53" fmla="*/ 514 h 903"/>
                <a:gd name="T54" fmla="*/ 219 w 723"/>
                <a:gd name="T55" fmla="*/ 514 h 903"/>
                <a:gd name="T56" fmla="*/ 298 w 723"/>
                <a:gd name="T57" fmla="*/ 451 h 903"/>
                <a:gd name="T58" fmla="*/ 314 w 723"/>
                <a:gd name="T59" fmla="*/ 458 h 903"/>
                <a:gd name="T60" fmla="*/ 314 w 723"/>
                <a:gd name="T61" fmla="*/ 475 h 903"/>
                <a:gd name="T62" fmla="*/ 155 w 723"/>
                <a:gd name="T63" fmla="*/ 238 h 903"/>
                <a:gd name="T64" fmla="*/ 208 w 723"/>
                <a:gd name="T65" fmla="*/ 197 h 903"/>
                <a:gd name="T66" fmla="*/ 164 w 723"/>
                <a:gd name="T67" fmla="*/ 236 h 903"/>
                <a:gd name="T68" fmla="*/ 31 w 723"/>
                <a:gd name="T69" fmla="*/ 125 h 903"/>
                <a:gd name="T70" fmla="*/ 53 w 723"/>
                <a:gd name="T71" fmla="*/ 68 h 903"/>
                <a:gd name="T72" fmla="*/ 101 w 723"/>
                <a:gd name="T73" fmla="*/ 35 h 903"/>
                <a:gd name="T74" fmla="*/ 150 w 723"/>
                <a:gd name="T75" fmla="*/ 36 h 903"/>
                <a:gd name="T76" fmla="*/ 210 w 723"/>
                <a:gd name="T77" fmla="*/ 80 h 903"/>
                <a:gd name="T78" fmla="*/ 226 w 723"/>
                <a:gd name="T79" fmla="*/ 143 h 903"/>
                <a:gd name="T80" fmla="*/ 125 w 723"/>
                <a:gd name="T81" fmla="*/ 154 h 903"/>
                <a:gd name="T82" fmla="*/ 136 w 723"/>
                <a:gd name="T83" fmla="*/ 0 h 903"/>
                <a:gd name="T84" fmla="*/ 104 w 723"/>
                <a:gd name="T85" fmla="*/ 2 h 903"/>
                <a:gd name="T86" fmla="*/ 39 w 723"/>
                <a:gd name="T87" fmla="*/ 40 h 903"/>
                <a:gd name="T88" fmla="*/ 4 w 723"/>
                <a:gd name="T89" fmla="*/ 108 h 903"/>
                <a:gd name="T90" fmla="*/ 4 w 723"/>
                <a:gd name="T91" fmla="*/ 625 h 903"/>
                <a:gd name="T92" fmla="*/ 121 w 723"/>
                <a:gd name="T93" fmla="*/ 632 h 903"/>
                <a:gd name="T94" fmla="*/ 128 w 723"/>
                <a:gd name="T95" fmla="*/ 901 h 903"/>
                <a:gd name="T96" fmla="*/ 593 w 723"/>
                <a:gd name="T97" fmla="*/ 902 h 903"/>
                <a:gd name="T98" fmla="*/ 603 w 723"/>
                <a:gd name="T99" fmla="*/ 888 h 903"/>
                <a:gd name="T100" fmla="*/ 660 w 723"/>
                <a:gd name="T101" fmla="*/ 248 h 903"/>
                <a:gd name="T102" fmla="*/ 708 w 723"/>
                <a:gd name="T103" fmla="*/ 194 h 903"/>
                <a:gd name="T104" fmla="*/ 723 w 723"/>
                <a:gd name="T105" fmla="*/ 121 h 903"/>
                <a:gd name="T106" fmla="*/ 691 w 723"/>
                <a:gd name="T107" fmla="*/ 50 h 903"/>
                <a:gd name="T108" fmla="*/ 627 w 723"/>
                <a:gd name="T109" fmla="*/ 6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23" h="903">
                  <a:moveTo>
                    <a:pt x="513" y="421"/>
                  </a:moveTo>
                  <a:lnTo>
                    <a:pt x="362" y="421"/>
                  </a:lnTo>
                  <a:lnTo>
                    <a:pt x="359" y="421"/>
                  </a:lnTo>
                  <a:lnTo>
                    <a:pt x="356" y="420"/>
                  </a:lnTo>
                  <a:lnTo>
                    <a:pt x="354" y="418"/>
                  </a:lnTo>
                  <a:lnTo>
                    <a:pt x="351" y="416"/>
                  </a:lnTo>
                  <a:lnTo>
                    <a:pt x="349" y="414"/>
                  </a:lnTo>
                  <a:lnTo>
                    <a:pt x="348" y="412"/>
                  </a:lnTo>
                  <a:lnTo>
                    <a:pt x="347" y="409"/>
                  </a:lnTo>
                  <a:lnTo>
                    <a:pt x="347" y="406"/>
                  </a:lnTo>
                  <a:lnTo>
                    <a:pt x="347" y="403"/>
                  </a:lnTo>
                  <a:lnTo>
                    <a:pt x="348" y="400"/>
                  </a:lnTo>
                  <a:lnTo>
                    <a:pt x="349" y="398"/>
                  </a:lnTo>
                  <a:lnTo>
                    <a:pt x="351" y="396"/>
                  </a:lnTo>
                  <a:lnTo>
                    <a:pt x="354" y="394"/>
                  </a:lnTo>
                  <a:lnTo>
                    <a:pt x="356" y="393"/>
                  </a:lnTo>
                  <a:lnTo>
                    <a:pt x="359" y="391"/>
                  </a:lnTo>
                  <a:lnTo>
                    <a:pt x="362" y="391"/>
                  </a:lnTo>
                  <a:lnTo>
                    <a:pt x="513" y="391"/>
                  </a:lnTo>
                  <a:lnTo>
                    <a:pt x="515" y="391"/>
                  </a:lnTo>
                  <a:lnTo>
                    <a:pt x="519" y="393"/>
                  </a:lnTo>
                  <a:lnTo>
                    <a:pt x="521" y="394"/>
                  </a:lnTo>
                  <a:lnTo>
                    <a:pt x="523" y="396"/>
                  </a:lnTo>
                  <a:lnTo>
                    <a:pt x="525" y="398"/>
                  </a:lnTo>
                  <a:lnTo>
                    <a:pt x="526" y="400"/>
                  </a:lnTo>
                  <a:lnTo>
                    <a:pt x="528" y="403"/>
                  </a:lnTo>
                  <a:lnTo>
                    <a:pt x="528" y="406"/>
                  </a:lnTo>
                  <a:lnTo>
                    <a:pt x="528" y="409"/>
                  </a:lnTo>
                  <a:lnTo>
                    <a:pt x="526" y="412"/>
                  </a:lnTo>
                  <a:lnTo>
                    <a:pt x="525" y="414"/>
                  </a:lnTo>
                  <a:lnTo>
                    <a:pt x="523" y="416"/>
                  </a:lnTo>
                  <a:lnTo>
                    <a:pt x="521" y="418"/>
                  </a:lnTo>
                  <a:lnTo>
                    <a:pt x="519" y="420"/>
                  </a:lnTo>
                  <a:lnTo>
                    <a:pt x="515" y="421"/>
                  </a:lnTo>
                  <a:lnTo>
                    <a:pt x="513" y="421"/>
                  </a:lnTo>
                  <a:close/>
                  <a:moveTo>
                    <a:pt x="513" y="572"/>
                  </a:moveTo>
                  <a:lnTo>
                    <a:pt x="362" y="572"/>
                  </a:lnTo>
                  <a:lnTo>
                    <a:pt x="359" y="571"/>
                  </a:lnTo>
                  <a:lnTo>
                    <a:pt x="356" y="571"/>
                  </a:lnTo>
                  <a:lnTo>
                    <a:pt x="354" y="569"/>
                  </a:lnTo>
                  <a:lnTo>
                    <a:pt x="351" y="568"/>
                  </a:lnTo>
                  <a:lnTo>
                    <a:pt x="349" y="565"/>
                  </a:lnTo>
                  <a:lnTo>
                    <a:pt x="348" y="563"/>
                  </a:lnTo>
                  <a:lnTo>
                    <a:pt x="347" y="560"/>
                  </a:lnTo>
                  <a:lnTo>
                    <a:pt x="347" y="556"/>
                  </a:lnTo>
                  <a:lnTo>
                    <a:pt x="347" y="554"/>
                  </a:lnTo>
                  <a:lnTo>
                    <a:pt x="348" y="551"/>
                  </a:lnTo>
                  <a:lnTo>
                    <a:pt x="349" y="548"/>
                  </a:lnTo>
                  <a:lnTo>
                    <a:pt x="351" y="546"/>
                  </a:lnTo>
                  <a:lnTo>
                    <a:pt x="354" y="544"/>
                  </a:lnTo>
                  <a:lnTo>
                    <a:pt x="356" y="543"/>
                  </a:lnTo>
                  <a:lnTo>
                    <a:pt x="359" y="542"/>
                  </a:lnTo>
                  <a:lnTo>
                    <a:pt x="362" y="542"/>
                  </a:lnTo>
                  <a:lnTo>
                    <a:pt x="513" y="542"/>
                  </a:lnTo>
                  <a:lnTo>
                    <a:pt x="515" y="542"/>
                  </a:lnTo>
                  <a:lnTo>
                    <a:pt x="519" y="543"/>
                  </a:lnTo>
                  <a:lnTo>
                    <a:pt x="521" y="544"/>
                  </a:lnTo>
                  <a:lnTo>
                    <a:pt x="523" y="546"/>
                  </a:lnTo>
                  <a:lnTo>
                    <a:pt x="525" y="548"/>
                  </a:lnTo>
                  <a:lnTo>
                    <a:pt x="526" y="551"/>
                  </a:lnTo>
                  <a:lnTo>
                    <a:pt x="528" y="554"/>
                  </a:lnTo>
                  <a:lnTo>
                    <a:pt x="528" y="556"/>
                  </a:lnTo>
                  <a:lnTo>
                    <a:pt x="528" y="560"/>
                  </a:lnTo>
                  <a:lnTo>
                    <a:pt x="526" y="563"/>
                  </a:lnTo>
                  <a:lnTo>
                    <a:pt x="525" y="565"/>
                  </a:lnTo>
                  <a:lnTo>
                    <a:pt x="523" y="568"/>
                  </a:lnTo>
                  <a:lnTo>
                    <a:pt x="521" y="569"/>
                  </a:lnTo>
                  <a:lnTo>
                    <a:pt x="519" y="571"/>
                  </a:lnTo>
                  <a:lnTo>
                    <a:pt x="515" y="571"/>
                  </a:lnTo>
                  <a:lnTo>
                    <a:pt x="513" y="572"/>
                  </a:lnTo>
                  <a:close/>
                  <a:moveTo>
                    <a:pt x="513" y="722"/>
                  </a:moveTo>
                  <a:lnTo>
                    <a:pt x="362" y="722"/>
                  </a:lnTo>
                  <a:lnTo>
                    <a:pt x="359" y="722"/>
                  </a:lnTo>
                  <a:lnTo>
                    <a:pt x="356" y="721"/>
                  </a:lnTo>
                  <a:lnTo>
                    <a:pt x="354" y="720"/>
                  </a:lnTo>
                  <a:lnTo>
                    <a:pt x="351" y="718"/>
                  </a:lnTo>
                  <a:lnTo>
                    <a:pt x="349" y="716"/>
                  </a:lnTo>
                  <a:lnTo>
                    <a:pt x="348" y="713"/>
                  </a:lnTo>
                  <a:lnTo>
                    <a:pt x="347" y="710"/>
                  </a:lnTo>
                  <a:lnTo>
                    <a:pt x="347" y="708"/>
                  </a:lnTo>
                  <a:lnTo>
                    <a:pt x="347" y="704"/>
                  </a:lnTo>
                  <a:lnTo>
                    <a:pt x="348" y="702"/>
                  </a:lnTo>
                  <a:lnTo>
                    <a:pt x="349" y="699"/>
                  </a:lnTo>
                  <a:lnTo>
                    <a:pt x="351" y="696"/>
                  </a:lnTo>
                  <a:lnTo>
                    <a:pt x="354" y="695"/>
                  </a:lnTo>
                  <a:lnTo>
                    <a:pt x="356" y="693"/>
                  </a:lnTo>
                  <a:lnTo>
                    <a:pt x="359" y="693"/>
                  </a:lnTo>
                  <a:lnTo>
                    <a:pt x="362" y="692"/>
                  </a:lnTo>
                  <a:lnTo>
                    <a:pt x="513" y="692"/>
                  </a:lnTo>
                  <a:lnTo>
                    <a:pt x="515" y="693"/>
                  </a:lnTo>
                  <a:lnTo>
                    <a:pt x="519" y="693"/>
                  </a:lnTo>
                  <a:lnTo>
                    <a:pt x="521" y="695"/>
                  </a:lnTo>
                  <a:lnTo>
                    <a:pt x="523" y="696"/>
                  </a:lnTo>
                  <a:lnTo>
                    <a:pt x="525" y="699"/>
                  </a:lnTo>
                  <a:lnTo>
                    <a:pt x="526" y="702"/>
                  </a:lnTo>
                  <a:lnTo>
                    <a:pt x="528" y="704"/>
                  </a:lnTo>
                  <a:lnTo>
                    <a:pt x="528" y="708"/>
                  </a:lnTo>
                  <a:lnTo>
                    <a:pt x="528" y="710"/>
                  </a:lnTo>
                  <a:lnTo>
                    <a:pt x="526" y="713"/>
                  </a:lnTo>
                  <a:lnTo>
                    <a:pt x="525" y="716"/>
                  </a:lnTo>
                  <a:lnTo>
                    <a:pt x="523" y="718"/>
                  </a:lnTo>
                  <a:lnTo>
                    <a:pt x="521" y="720"/>
                  </a:lnTo>
                  <a:lnTo>
                    <a:pt x="519" y="721"/>
                  </a:lnTo>
                  <a:lnTo>
                    <a:pt x="515" y="722"/>
                  </a:lnTo>
                  <a:lnTo>
                    <a:pt x="513" y="722"/>
                  </a:lnTo>
                  <a:close/>
                  <a:moveTo>
                    <a:pt x="312" y="326"/>
                  </a:moveTo>
                  <a:lnTo>
                    <a:pt x="237" y="402"/>
                  </a:lnTo>
                  <a:lnTo>
                    <a:pt x="232" y="405"/>
                  </a:lnTo>
                  <a:lnTo>
                    <a:pt x="226" y="406"/>
                  </a:lnTo>
                  <a:lnTo>
                    <a:pt x="220" y="405"/>
                  </a:lnTo>
                  <a:lnTo>
                    <a:pt x="216" y="402"/>
                  </a:lnTo>
                  <a:lnTo>
                    <a:pt x="200" y="387"/>
                  </a:lnTo>
                  <a:lnTo>
                    <a:pt x="199" y="385"/>
                  </a:lnTo>
                  <a:lnTo>
                    <a:pt x="198" y="381"/>
                  </a:lnTo>
                  <a:lnTo>
                    <a:pt x="197" y="379"/>
                  </a:lnTo>
                  <a:lnTo>
                    <a:pt x="197" y="376"/>
                  </a:lnTo>
                  <a:lnTo>
                    <a:pt x="197" y="373"/>
                  </a:lnTo>
                  <a:lnTo>
                    <a:pt x="198" y="370"/>
                  </a:lnTo>
                  <a:lnTo>
                    <a:pt x="199" y="368"/>
                  </a:lnTo>
                  <a:lnTo>
                    <a:pt x="200" y="365"/>
                  </a:lnTo>
                  <a:lnTo>
                    <a:pt x="203" y="363"/>
                  </a:lnTo>
                  <a:lnTo>
                    <a:pt x="206" y="362"/>
                  </a:lnTo>
                  <a:lnTo>
                    <a:pt x="208" y="361"/>
                  </a:lnTo>
                  <a:lnTo>
                    <a:pt x="211" y="361"/>
                  </a:lnTo>
                  <a:lnTo>
                    <a:pt x="214" y="361"/>
                  </a:lnTo>
                  <a:lnTo>
                    <a:pt x="217" y="362"/>
                  </a:lnTo>
                  <a:lnTo>
                    <a:pt x="219" y="363"/>
                  </a:lnTo>
                  <a:lnTo>
                    <a:pt x="221" y="365"/>
                  </a:lnTo>
                  <a:lnTo>
                    <a:pt x="226" y="370"/>
                  </a:lnTo>
                  <a:lnTo>
                    <a:pt x="290" y="306"/>
                  </a:lnTo>
                  <a:lnTo>
                    <a:pt x="294" y="303"/>
                  </a:lnTo>
                  <a:lnTo>
                    <a:pt x="296" y="302"/>
                  </a:lnTo>
                  <a:lnTo>
                    <a:pt x="298" y="301"/>
                  </a:lnTo>
                  <a:lnTo>
                    <a:pt x="302" y="301"/>
                  </a:lnTo>
                  <a:lnTo>
                    <a:pt x="304" y="301"/>
                  </a:lnTo>
                  <a:lnTo>
                    <a:pt x="307" y="302"/>
                  </a:lnTo>
                  <a:lnTo>
                    <a:pt x="310" y="303"/>
                  </a:lnTo>
                  <a:lnTo>
                    <a:pt x="312" y="306"/>
                  </a:lnTo>
                  <a:lnTo>
                    <a:pt x="314" y="308"/>
                  </a:lnTo>
                  <a:lnTo>
                    <a:pt x="315" y="310"/>
                  </a:lnTo>
                  <a:lnTo>
                    <a:pt x="316" y="312"/>
                  </a:lnTo>
                  <a:lnTo>
                    <a:pt x="316" y="316"/>
                  </a:lnTo>
                  <a:lnTo>
                    <a:pt x="316" y="319"/>
                  </a:lnTo>
                  <a:lnTo>
                    <a:pt x="315" y="321"/>
                  </a:lnTo>
                  <a:lnTo>
                    <a:pt x="314" y="324"/>
                  </a:lnTo>
                  <a:lnTo>
                    <a:pt x="312" y="326"/>
                  </a:lnTo>
                  <a:close/>
                  <a:moveTo>
                    <a:pt x="312" y="477"/>
                  </a:moveTo>
                  <a:lnTo>
                    <a:pt x="237" y="552"/>
                  </a:lnTo>
                  <a:lnTo>
                    <a:pt x="232" y="555"/>
                  </a:lnTo>
                  <a:lnTo>
                    <a:pt x="226" y="556"/>
                  </a:lnTo>
                  <a:lnTo>
                    <a:pt x="220" y="555"/>
                  </a:lnTo>
                  <a:lnTo>
                    <a:pt x="216" y="552"/>
                  </a:lnTo>
                  <a:lnTo>
                    <a:pt x="200" y="537"/>
                  </a:lnTo>
                  <a:lnTo>
                    <a:pt x="199" y="535"/>
                  </a:lnTo>
                  <a:lnTo>
                    <a:pt x="198" y="533"/>
                  </a:lnTo>
                  <a:lnTo>
                    <a:pt x="197" y="529"/>
                  </a:lnTo>
                  <a:lnTo>
                    <a:pt x="197" y="527"/>
                  </a:lnTo>
                  <a:lnTo>
                    <a:pt x="197" y="524"/>
                  </a:lnTo>
                  <a:lnTo>
                    <a:pt x="198" y="521"/>
                  </a:lnTo>
                  <a:lnTo>
                    <a:pt x="199" y="518"/>
                  </a:lnTo>
                  <a:lnTo>
                    <a:pt x="200" y="516"/>
                  </a:lnTo>
                  <a:lnTo>
                    <a:pt x="203" y="514"/>
                  </a:lnTo>
                  <a:lnTo>
                    <a:pt x="206" y="512"/>
                  </a:lnTo>
                  <a:lnTo>
                    <a:pt x="208" y="512"/>
                  </a:lnTo>
                  <a:lnTo>
                    <a:pt x="211" y="511"/>
                  </a:lnTo>
                  <a:lnTo>
                    <a:pt x="214" y="512"/>
                  </a:lnTo>
                  <a:lnTo>
                    <a:pt x="217" y="512"/>
                  </a:lnTo>
                  <a:lnTo>
                    <a:pt x="219" y="514"/>
                  </a:lnTo>
                  <a:lnTo>
                    <a:pt x="221" y="516"/>
                  </a:lnTo>
                  <a:lnTo>
                    <a:pt x="226" y="520"/>
                  </a:lnTo>
                  <a:lnTo>
                    <a:pt x="290" y="456"/>
                  </a:lnTo>
                  <a:lnTo>
                    <a:pt x="294" y="454"/>
                  </a:lnTo>
                  <a:lnTo>
                    <a:pt x="296" y="452"/>
                  </a:lnTo>
                  <a:lnTo>
                    <a:pt x="298" y="451"/>
                  </a:lnTo>
                  <a:lnTo>
                    <a:pt x="302" y="451"/>
                  </a:lnTo>
                  <a:lnTo>
                    <a:pt x="304" y="451"/>
                  </a:lnTo>
                  <a:lnTo>
                    <a:pt x="307" y="452"/>
                  </a:lnTo>
                  <a:lnTo>
                    <a:pt x="310" y="454"/>
                  </a:lnTo>
                  <a:lnTo>
                    <a:pt x="312" y="456"/>
                  </a:lnTo>
                  <a:lnTo>
                    <a:pt x="314" y="458"/>
                  </a:lnTo>
                  <a:lnTo>
                    <a:pt x="315" y="460"/>
                  </a:lnTo>
                  <a:lnTo>
                    <a:pt x="316" y="464"/>
                  </a:lnTo>
                  <a:lnTo>
                    <a:pt x="316" y="466"/>
                  </a:lnTo>
                  <a:lnTo>
                    <a:pt x="316" y="469"/>
                  </a:lnTo>
                  <a:lnTo>
                    <a:pt x="315" y="472"/>
                  </a:lnTo>
                  <a:lnTo>
                    <a:pt x="314" y="475"/>
                  </a:lnTo>
                  <a:lnTo>
                    <a:pt x="312" y="477"/>
                  </a:lnTo>
                  <a:close/>
                  <a:moveTo>
                    <a:pt x="164" y="236"/>
                  </a:moveTo>
                  <a:lnTo>
                    <a:pt x="162" y="237"/>
                  </a:lnTo>
                  <a:lnTo>
                    <a:pt x="158" y="238"/>
                  </a:lnTo>
                  <a:lnTo>
                    <a:pt x="157" y="238"/>
                  </a:lnTo>
                  <a:lnTo>
                    <a:pt x="155" y="238"/>
                  </a:lnTo>
                  <a:lnTo>
                    <a:pt x="153" y="239"/>
                  </a:lnTo>
                  <a:lnTo>
                    <a:pt x="151" y="239"/>
                  </a:lnTo>
                  <a:lnTo>
                    <a:pt x="151" y="180"/>
                  </a:lnTo>
                  <a:lnTo>
                    <a:pt x="217" y="180"/>
                  </a:lnTo>
                  <a:lnTo>
                    <a:pt x="214" y="188"/>
                  </a:lnTo>
                  <a:lnTo>
                    <a:pt x="208" y="197"/>
                  </a:lnTo>
                  <a:lnTo>
                    <a:pt x="203" y="205"/>
                  </a:lnTo>
                  <a:lnTo>
                    <a:pt x="197" y="212"/>
                  </a:lnTo>
                  <a:lnTo>
                    <a:pt x="190" y="220"/>
                  </a:lnTo>
                  <a:lnTo>
                    <a:pt x="182" y="225"/>
                  </a:lnTo>
                  <a:lnTo>
                    <a:pt x="173" y="231"/>
                  </a:lnTo>
                  <a:lnTo>
                    <a:pt x="164" y="236"/>
                  </a:lnTo>
                  <a:close/>
                  <a:moveTo>
                    <a:pt x="121" y="166"/>
                  </a:moveTo>
                  <a:lnTo>
                    <a:pt x="121" y="256"/>
                  </a:lnTo>
                  <a:lnTo>
                    <a:pt x="121" y="601"/>
                  </a:lnTo>
                  <a:lnTo>
                    <a:pt x="31" y="601"/>
                  </a:lnTo>
                  <a:lnTo>
                    <a:pt x="31" y="135"/>
                  </a:lnTo>
                  <a:lnTo>
                    <a:pt x="31" y="125"/>
                  </a:lnTo>
                  <a:lnTo>
                    <a:pt x="33" y="115"/>
                  </a:lnTo>
                  <a:lnTo>
                    <a:pt x="35" y="105"/>
                  </a:lnTo>
                  <a:lnTo>
                    <a:pt x="39" y="94"/>
                  </a:lnTo>
                  <a:lnTo>
                    <a:pt x="43" y="85"/>
                  </a:lnTo>
                  <a:lnTo>
                    <a:pt x="48" y="77"/>
                  </a:lnTo>
                  <a:lnTo>
                    <a:pt x="53" y="68"/>
                  </a:lnTo>
                  <a:lnTo>
                    <a:pt x="60" y="62"/>
                  </a:lnTo>
                  <a:lnTo>
                    <a:pt x="67" y="55"/>
                  </a:lnTo>
                  <a:lnTo>
                    <a:pt x="75" y="48"/>
                  </a:lnTo>
                  <a:lnTo>
                    <a:pt x="83" y="42"/>
                  </a:lnTo>
                  <a:lnTo>
                    <a:pt x="92" y="38"/>
                  </a:lnTo>
                  <a:lnTo>
                    <a:pt x="101" y="35"/>
                  </a:lnTo>
                  <a:lnTo>
                    <a:pt x="110" y="32"/>
                  </a:lnTo>
                  <a:lnTo>
                    <a:pt x="120" y="30"/>
                  </a:lnTo>
                  <a:lnTo>
                    <a:pt x="129" y="30"/>
                  </a:lnTo>
                  <a:lnTo>
                    <a:pt x="132" y="30"/>
                  </a:lnTo>
                  <a:lnTo>
                    <a:pt x="135" y="30"/>
                  </a:lnTo>
                  <a:lnTo>
                    <a:pt x="150" y="36"/>
                  </a:lnTo>
                  <a:lnTo>
                    <a:pt x="164" y="41"/>
                  </a:lnTo>
                  <a:lnTo>
                    <a:pt x="176" y="48"/>
                  </a:lnTo>
                  <a:lnTo>
                    <a:pt x="188" y="56"/>
                  </a:lnTo>
                  <a:lnTo>
                    <a:pt x="197" y="63"/>
                  </a:lnTo>
                  <a:lnTo>
                    <a:pt x="205" y="71"/>
                  </a:lnTo>
                  <a:lnTo>
                    <a:pt x="210" y="80"/>
                  </a:lnTo>
                  <a:lnTo>
                    <a:pt x="216" y="88"/>
                  </a:lnTo>
                  <a:lnTo>
                    <a:pt x="220" y="99"/>
                  </a:lnTo>
                  <a:lnTo>
                    <a:pt x="224" y="110"/>
                  </a:lnTo>
                  <a:lnTo>
                    <a:pt x="226" y="123"/>
                  </a:lnTo>
                  <a:lnTo>
                    <a:pt x="226" y="135"/>
                  </a:lnTo>
                  <a:lnTo>
                    <a:pt x="226" y="143"/>
                  </a:lnTo>
                  <a:lnTo>
                    <a:pt x="225" y="150"/>
                  </a:lnTo>
                  <a:lnTo>
                    <a:pt x="136" y="150"/>
                  </a:lnTo>
                  <a:lnTo>
                    <a:pt x="133" y="151"/>
                  </a:lnTo>
                  <a:lnTo>
                    <a:pt x="130" y="151"/>
                  </a:lnTo>
                  <a:lnTo>
                    <a:pt x="128" y="153"/>
                  </a:lnTo>
                  <a:lnTo>
                    <a:pt x="125" y="154"/>
                  </a:lnTo>
                  <a:lnTo>
                    <a:pt x="123" y="156"/>
                  </a:lnTo>
                  <a:lnTo>
                    <a:pt x="122" y="160"/>
                  </a:lnTo>
                  <a:lnTo>
                    <a:pt x="121" y="162"/>
                  </a:lnTo>
                  <a:lnTo>
                    <a:pt x="121" y="166"/>
                  </a:lnTo>
                  <a:close/>
                  <a:moveTo>
                    <a:pt x="587" y="0"/>
                  </a:moveTo>
                  <a:lnTo>
                    <a:pt x="136" y="0"/>
                  </a:lnTo>
                  <a:lnTo>
                    <a:pt x="136" y="0"/>
                  </a:lnTo>
                  <a:lnTo>
                    <a:pt x="135" y="0"/>
                  </a:lnTo>
                  <a:lnTo>
                    <a:pt x="132" y="0"/>
                  </a:lnTo>
                  <a:lnTo>
                    <a:pt x="129" y="0"/>
                  </a:lnTo>
                  <a:lnTo>
                    <a:pt x="116" y="1"/>
                  </a:lnTo>
                  <a:lnTo>
                    <a:pt x="104" y="2"/>
                  </a:lnTo>
                  <a:lnTo>
                    <a:pt x="92" y="5"/>
                  </a:lnTo>
                  <a:lnTo>
                    <a:pt x="80" y="11"/>
                  </a:lnTo>
                  <a:lnTo>
                    <a:pt x="69" y="16"/>
                  </a:lnTo>
                  <a:lnTo>
                    <a:pt x="58" y="23"/>
                  </a:lnTo>
                  <a:lnTo>
                    <a:pt x="48" y="31"/>
                  </a:lnTo>
                  <a:lnTo>
                    <a:pt x="39" y="40"/>
                  </a:lnTo>
                  <a:lnTo>
                    <a:pt x="31" y="49"/>
                  </a:lnTo>
                  <a:lnTo>
                    <a:pt x="23" y="59"/>
                  </a:lnTo>
                  <a:lnTo>
                    <a:pt x="16" y="71"/>
                  </a:lnTo>
                  <a:lnTo>
                    <a:pt x="10" y="83"/>
                  </a:lnTo>
                  <a:lnTo>
                    <a:pt x="6" y="95"/>
                  </a:lnTo>
                  <a:lnTo>
                    <a:pt x="4" y="108"/>
                  </a:lnTo>
                  <a:lnTo>
                    <a:pt x="1" y="121"/>
                  </a:lnTo>
                  <a:lnTo>
                    <a:pt x="0" y="135"/>
                  </a:lnTo>
                  <a:lnTo>
                    <a:pt x="0" y="617"/>
                  </a:lnTo>
                  <a:lnTo>
                    <a:pt x="1" y="620"/>
                  </a:lnTo>
                  <a:lnTo>
                    <a:pt x="1" y="623"/>
                  </a:lnTo>
                  <a:lnTo>
                    <a:pt x="4" y="625"/>
                  </a:lnTo>
                  <a:lnTo>
                    <a:pt x="5" y="627"/>
                  </a:lnTo>
                  <a:lnTo>
                    <a:pt x="7" y="630"/>
                  </a:lnTo>
                  <a:lnTo>
                    <a:pt x="9" y="631"/>
                  </a:lnTo>
                  <a:lnTo>
                    <a:pt x="13" y="632"/>
                  </a:lnTo>
                  <a:lnTo>
                    <a:pt x="16" y="632"/>
                  </a:lnTo>
                  <a:lnTo>
                    <a:pt x="121" y="632"/>
                  </a:lnTo>
                  <a:lnTo>
                    <a:pt x="121" y="888"/>
                  </a:lnTo>
                  <a:lnTo>
                    <a:pt x="121" y="891"/>
                  </a:lnTo>
                  <a:lnTo>
                    <a:pt x="122" y="894"/>
                  </a:lnTo>
                  <a:lnTo>
                    <a:pt x="123" y="896"/>
                  </a:lnTo>
                  <a:lnTo>
                    <a:pt x="125" y="898"/>
                  </a:lnTo>
                  <a:lnTo>
                    <a:pt x="128" y="901"/>
                  </a:lnTo>
                  <a:lnTo>
                    <a:pt x="130" y="902"/>
                  </a:lnTo>
                  <a:lnTo>
                    <a:pt x="133" y="903"/>
                  </a:lnTo>
                  <a:lnTo>
                    <a:pt x="136" y="903"/>
                  </a:lnTo>
                  <a:lnTo>
                    <a:pt x="587" y="903"/>
                  </a:lnTo>
                  <a:lnTo>
                    <a:pt x="591" y="903"/>
                  </a:lnTo>
                  <a:lnTo>
                    <a:pt x="593" y="902"/>
                  </a:lnTo>
                  <a:lnTo>
                    <a:pt x="596" y="901"/>
                  </a:lnTo>
                  <a:lnTo>
                    <a:pt x="599" y="898"/>
                  </a:lnTo>
                  <a:lnTo>
                    <a:pt x="600" y="896"/>
                  </a:lnTo>
                  <a:lnTo>
                    <a:pt x="602" y="894"/>
                  </a:lnTo>
                  <a:lnTo>
                    <a:pt x="602" y="891"/>
                  </a:lnTo>
                  <a:lnTo>
                    <a:pt x="603" y="888"/>
                  </a:lnTo>
                  <a:lnTo>
                    <a:pt x="603" y="269"/>
                  </a:lnTo>
                  <a:lnTo>
                    <a:pt x="615" y="267"/>
                  </a:lnTo>
                  <a:lnTo>
                    <a:pt x="627" y="264"/>
                  </a:lnTo>
                  <a:lnTo>
                    <a:pt x="638" y="259"/>
                  </a:lnTo>
                  <a:lnTo>
                    <a:pt x="648" y="255"/>
                  </a:lnTo>
                  <a:lnTo>
                    <a:pt x="660" y="248"/>
                  </a:lnTo>
                  <a:lnTo>
                    <a:pt x="670" y="241"/>
                  </a:lnTo>
                  <a:lnTo>
                    <a:pt x="679" y="232"/>
                  </a:lnTo>
                  <a:lnTo>
                    <a:pt x="687" y="224"/>
                  </a:lnTo>
                  <a:lnTo>
                    <a:pt x="695" y="214"/>
                  </a:lnTo>
                  <a:lnTo>
                    <a:pt x="703" y="204"/>
                  </a:lnTo>
                  <a:lnTo>
                    <a:pt x="708" y="194"/>
                  </a:lnTo>
                  <a:lnTo>
                    <a:pt x="714" y="182"/>
                  </a:lnTo>
                  <a:lnTo>
                    <a:pt x="717" y="171"/>
                  </a:lnTo>
                  <a:lnTo>
                    <a:pt x="721" y="160"/>
                  </a:lnTo>
                  <a:lnTo>
                    <a:pt x="723" y="147"/>
                  </a:lnTo>
                  <a:lnTo>
                    <a:pt x="723" y="135"/>
                  </a:lnTo>
                  <a:lnTo>
                    <a:pt x="723" y="121"/>
                  </a:lnTo>
                  <a:lnTo>
                    <a:pt x="721" y="109"/>
                  </a:lnTo>
                  <a:lnTo>
                    <a:pt x="717" y="97"/>
                  </a:lnTo>
                  <a:lnTo>
                    <a:pt x="712" y="84"/>
                  </a:lnTo>
                  <a:lnTo>
                    <a:pt x="706" y="72"/>
                  </a:lnTo>
                  <a:lnTo>
                    <a:pt x="699" y="60"/>
                  </a:lnTo>
                  <a:lnTo>
                    <a:pt x="691" y="50"/>
                  </a:lnTo>
                  <a:lnTo>
                    <a:pt x="682" y="40"/>
                  </a:lnTo>
                  <a:lnTo>
                    <a:pt x="672" y="32"/>
                  </a:lnTo>
                  <a:lnTo>
                    <a:pt x="662" y="23"/>
                  </a:lnTo>
                  <a:lnTo>
                    <a:pt x="651" y="16"/>
                  </a:lnTo>
                  <a:lnTo>
                    <a:pt x="638" y="11"/>
                  </a:lnTo>
                  <a:lnTo>
                    <a:pt x="627" y="6"/>
                  </a:lnTo>
                  <a:lnTo>
                    <a:pt x="613" y="3"/>
                  </a:lnTo>
                  <a:lnTo>
                    <a:pt x="601" y="1"/>
                  </a:lnTo>
                  <a:lnTo>
                    <a:pt x="587" y="0"/>
                  </a:lnTo>
                  <a:lnTo>
                    <a:pt x="58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79" name="Figura a mano libera 4605">
              <a:extLst>
                <a:ext uri="{FF2B5EF4-FFF2-40B4-BE49-F238E27FC236}">
                  <a16:creationId xmlns:a16="http://schemas.microsoft.com/office/drawing/2014/main" id="{1D074A71-FBEB-4855-BA1E-068499BF4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9000" y="4722813"/>
              <a:ext cx="66675" cy="128588"/>
            </a:xfrm>
            <a:custGeom>
              <a:avLst/>
              <a:gdLst>
                <a:gd name="T0" fmla="*/ 123 w 210"/>
                <a:gd name="T1" fmla="*/ 1 h 407"/>
                <a:gd name="T2" fmla="*/ 101 w 210"/>
                <a:gd name="T3" fmla="*/ 8 h 407"/>
                <a:gd name="T4" fmla="*/ 82 w 210"/>
                <a:gd name="T5" fmla="*/ 21 h 407"/>
                <a:gd name="T6" fmla="*/ 67 w 210"/>
                <a:gd name="T7" fmla="*/ 37 h 407"/>
                <a:gd name="T8" fmla="*/ 50 w 210"/>
                <a:gd name="T9" fmla="*/ 47 h 407"/>
                <a:gd name="T10" fmla="*/ 33 w 210"/>
                <a:gd name="T11" fmla="*/ 54 h 407"/>
                <a:gd name="T12" fmla="*/ 23 w 210"/>
                <a:gd name="T13" fmla="*/ 61 h 407"/>
                <a:gd name="T14" fmla="*/ 14 w 210"/>
                <a:gd name="T15" fmla="*/ 70 h 407"/>
                <a:gd name="T16" fmla="*/ 7 w 210"/>
                <a:gd name="T17" fmla="*/ 81 h 407"/>
                <a:gd name="T18" fmla="*/ 2 w 210"/>
                <a:gd name="T19" fmla="*/ 95 h 407"/>
                <a:gd name="T20" fmla="*/ 0 w 210"/>
                <a:gd name="T21" fmla="*/ 110 h 407"/>
                <a:gd name="T22" fmla="*/ 0 w 210"/>
                <a:gd name="T23" fmla="*/ 393 h 407"/>
                <a:gd name="T24" fmla="*/ 1 w 210"/>
                <a:gd name="T25" fmla="*/ 398 h 407"/>
                <a:gd name="T26" fmla="*/ 3 w 210"/>
                <a:gd name="T27" fmla="*/ 403 h 407"/>
                <a:gd name="T28" fmla="*/ 9 w 210"/>
                <a:gd name="T29" fmla="*/ 406 h 407"/>
                <a:gd name="T30" fmla="*/ 14 w 210"/>
                <a:gd name="T31" fmla="*/ 407 h 407"/>
                <a:gd name="T32" fmla="*/ 20 w 210"/>
                <a:gd name="T33" fmla="*/ 406 h 407"/>
                <a:gd name="T34" fmla="*/ 24 w 210"/>
                <a:gd name="T35" fmla="*/ 403 h 407"/>
                <a:gd name="T36" fmla="*/ 28 w 210"/>
                <a:gd name="T37" fmla="*/ 398 h 407"/>
                <a:gd name="T38" fmla="*/ 29 w 210"/>
                <a:gd name="T39" fmla="*/ 393 h 407"/>
                <a:gd name="T40" fmla="*/ 30 w 210"/>
                <a:gd name="T41" fmla="*/ 110 h 407"/>
                <a:gd name="T42" fmla="*/ 35 w 210"/>
                <a:gd name="T43" fmla="*/ 95 h 407"/>
                <a:gd name="T44" fmla="*/ 42 w 210"/>
                <a:gd name="T45" fmla="*/ 84 h 407"/>
                <a:gd name="T46" fmla="*/ 54 w 210"/>
                <a:gd name="T47" fmla="*/ 78 h 407"/>
                <a:gd name="T48" fmla="*/ 59 w 210"/>
                <a:gd name="T49" fmla="*/ 331 h 407"/>
                <a:gd name="T50" fmla="*/ 210 w 210"/>
                <a:gd name="T51" fmla="*/ 60 h 407"/>
                <a:gd name="T52" fmla="*/ 209 w 210"/>
                <a:gd name="T53" fmla="*/ 49 h 407"/>
                <a:gd name="T54" fmla="*/ 203 w 210"/>
                <a:gd name="T55" fmla="*/ 39 h 407"/>
                <a:gd name="T56" fmla="*/ 186 w 210"/>
                <a:gd name="T57" fmla="*/ 20 h 407"/>
                <a:gd name="T58" fmla="*/ 162 w 210"/>
                <a:gd name="T59" fmla="*/ 5 h 407"/>
                <a:gd name="T60" fmla="*/ 149 w 210"/>
                <a:gd name="T61" fmla="*/ 1 h 407"/>
                <a:gd name="T62" fmla="*/ 135 w 210"/>
                <a:gd name="T63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0" h="407">
                  <a:moveTo>
                    <a:pt x="135" y="0"/>
                  </a:moveTo>
                  <a:lnTo>
                    <a:pt x="123" y="1"/>
                  </a:lnTo>
                  <a:lnTo>
                    <a:pt x="111" y="3"/>
                  </a:lnTo>
                  <a:lnTo>
                    <a:pt x="101" y="8"/>
                  </a:lnTo>
                  <a:lnTo>
                    <a:pt x="91" y="14"/>
                  </a:lnTo>
                  <a:lnTo>
                    <a:pt x="82" y="21"/>
                  </a:lnTo>
                  <a:lnTo>
                    <a:pt x="74" y="29"/>
                  </a:lnTo>
                  <a:lnTo>
                    <a:pt x="67" y="37"/>
                  </a:lnTo>
                  <a:lnTo>
                    <a:pt x="63" y="45"/>
                  </a:lnTo>
                  <a:lnTo>
                    <a:pt x="50" y="47"/>
                  </a:lnTo>
                  <a:lnTo>
                    <a:pt x="39" y="52"/>
                  </a:lnTo>
                  <a:lnTo>
                    <a:pt x="33" y="54"/>
                  </a:lnTo>
                  <a:lnTo>
                    <a:pt x="28" y="57"/>
                  </a:lnTo>
                  <a:lnTo>
                    <a:pt x="23" y="61"/>
                  </a:lnTo>
                  <a:lnTo>
                    <a:pt x="19" y="65"/>
                  </a:lnTo>
                  <a:lnTo>
                    <a:pt x="14" y="70"/>
                  </a:lnTo>
                  <a:lnTo>
                    <a:pt x="11" y="75"/>
                  </a:lnTo>
                  <a:lnTo>
                    <a:pt x="7" y="81"/>
                  </a:lnTo>
                  <a:lnTo>
                    <a:pt x="4" y="88"/>
                  </a:lnTo>
                  <a:lnTo>
                    <a:pt x="2" y="95"/>
                  </a:lnTo>
                  <a:lnTo>
                    <a:pt x="1" y="102"/>
                  </a:lnTo>
                  <a:lnTo>
                    <a:pt x="0" y="110"/>
                  </a:lnTo>
                  <a:lnTo>
                    <a:pt x="0" y="119"/>
                  </a:lnTo>
                  <a:lnTo>
                    <a:pt x="0" y="393"/>
                  </a:lnTo>
                  <a:lnTo>
                    <a:pt x="0" y="395"/>
                  </a:lnTo>
                  <a:lnTo>
                    <a:pt x="1" y="398"/>
                  </a:lnTo>
                  <a:lnTo>
                    <a:pt x="2" y="401"/>
                  </a:lnTo>
                  <a:lnTo>
                    <a:pt x="3" y="403"/>
                  </a:lnTo>
                  <a:lnTo>
                    <a:pt x="5" y="405"/>
                  </a:lnTo>
                  <a:lnTo>
                    <a:pt x="9" y="406"/>
                  </a:lnTo>
                  <a:lnTo>
                    <a:pt x="11" y="407"/>
                  </a:lnTo>
                  <a:lnTo>
                    <a:pt x="14" y="407"/>
                  </a:lnTo>
                  <a:lnTo>
                    <a:pt x="18" y="407"/>
                  </a:lnTo>
                  <a:lnTo>
                    <a:pt x="20" y="406"/>
                  </a:lnTo>
                  <a:lnTo>
                    <a:pt x="22" y="405"/>
                  </a:lnTo>
                  <a:lnTo>
                    <a:pt x="24" y="403"/>
                  </a:lnTo>
                  <a:lnTo>
                    <a:pt x="27" y="401"/>
                  </a:lnTo>
                  <a:lnTo>
                    <a:pt x="28" y="398"/>
                  </a:lnTo>
                  <a:lnTo>
                    <a:pt x="29" y="395"/>
                  </a:lnTo>
                  <a:lnTo>
                    <a:pt x="29" y="393"/>
                  </a:lnTo>
                  <a:lnTo>
                    <a:pt x="29" y="119"/>
                  </a:lnTo>
                  <a:lnTo>
                    <a:pt x="30" y="110"/>
                  </a:lnTo>
                  <a:lnTo>
                    <a:pt x="31" y="101"/>
                  </a:lnTo>
                  <a:lnTo>
                    <a:pt x="35" y="95"/>
                  </a:lnTo>
                  <a:lnTo>
                    <a:pt x="38" y="89"/>
                  </a:lnTo>
                  <a:lnTo>
                    <a:pt x="42" y="84"/>
                  </a:lnTo>
                  <a:lnTo>
                    <a:pt x="48" y="81"/>
                  </a:lnTo>
                  <a:lnTo>
                    <a:pt x="54" y="78"/>
                  </a:lnTo>
                  <a:lnTo>
                    <a:pt x="59" y="76"/>
                  </a:lnTo>
                  <a:lnTo>
                    <a:pt x="59" y="331"/>
                  </a:lnTo>
                  <a:lnTo>
                    <a:pt x="210" y="331"/>
                  </a:lnTo>
                  <a:lnTo>
                    <a:pt x="210" y="60"/>
                  </a:lnTo>
                  <a:lnTo>
                    <a:pt x="210" y="55"/>
                  </a:lnTo>
                  <a:lnTo>
                    <a:pt x="209" y="49"/>
                  </a:lnTo>
                  <a:lnTo>
                    <a:pt x="206" y="45"/>
                  </a:lnTo>
                  <a:lnTo>
                    <a:pt x="203" y="39"/>
                  </a:lnTo>
                  <a:lnTo>
                    <a:pt x="196" y="29"/>
                  </a:lnTo>
                  <a:lnTo>
                    <a:pt x="186" y="20"/>
                  </a:lnTo>
                  <a:lnTo>
                    <a:pt x="175" y="12"/>
                  </a:lnTo>
                  <a:lnTo>
                    <a:pt x="162" y="5"/>
                  </a:lnTo>
                  <a:lnTo>
                    <a:pt x="155" y="3"/>
                  </a:lnTo>
                  <a:lnTo>
                    <a:pt x="149" y="1"/>
                  </a:lnTo>
                  <a:lnTo>
                    <a:pt x="142" y="0"/>
                  </a:lnTo>
                  <a:lnTo>
                    <a:pt x="135" y="0"/>
                  </a:lnTo>
                  <a:lnTo>
                    <a:pt x="1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80" name="Figura a mano libera 4606">
              <a:extLst>
                <a:ext uri="{FF2B5EF4-FFF2-40B4-BE49-F238E27FC236}">
                  <a16:creationId xmlns:a16="http://schemas.microsoft.com/office/drawing/2014/main" id="{BD829E04-6F8B-4CD1-B1AB-1428DE5AC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8050" y="4913313"/>
              <a:ext cx="47625" cy="28575"/>
            </a:xfrm>
            <a:custGeom>
              <a:avLst/>
              <a:gdLst>
                <a:gd name="T0" fmla="*/ 0 w 151"/>
                <a:gd name="T1" fmla="*/ 14 h 90"/>
                <a:gd name="T2" fmla="*/ 0 w 151"/>
                <a:gd name="T3" fmla="*/ 22 h 90"/>
                <a:gd name="T4" fmla="*/ 2 w 151"/>
                <a:gd name="T5" fmla="*/ 29 h 90"/>
                <a:gd name="T6" fmla="*/ 4 w 151"/>
                <a:gd name="T7" fmla="*/ 37 h 90"/>
                <a:gd name="T8" fmla="*/ 6 w 151"/>
                <a:gd name="T9" fmla="*/ 44 h 90"/>
                <a:gd name="T10" fmla="*/ 9 w 151"/>
                <a:gd name="T11" fmla="*/ 50 h 90"/>
                <a:gd name="T12" fmla="*/ 14 w 151"/>
                <a:gd name="T13" fmla="*/ 56 h 90"/>
                <a:gd name="T14" fmla="*/ 18 w 151"/>
                <a:gd name="T15" fmla="*/ 62 h 90"/>
                <a:gd name="T16" fmla="*/ 23 w 151"/>
                <a:gd name="T17" fmla="*/ 67 h 90"/>
                <a:gd name="T18" fmla="*/ 29 w 151"/>
                <a:gd name="T19" fmla="*/ 72 h 90"/>
                <a:gd name="T20" fmla="*/ 34 w 151"/>
                <a:gd name="T21" fmla="*/ 76 h 90"/>
                <a:gd name="T22" fmla="*/ 40 w 151"/>
                <a:gd name="T23" fmla="*/ 81 h 90"/>
                <a:gd name="T24" fmla="*/ 47 w 151"/>
                <a:gd name="T25" fmla="*/ 84 h 90"/>
                <a:gd name="T26" fmla="*/ 54 w 151"/>
                <a:gd name="T27" fmla="*/ 87 h 90"/>
                <a:gd name="T28" fmla="*/ 61 w 151"/>
                <a:gd name="T29" fmla="*/ 89 h 90"/>
                <a:gd name="T30" fmla="*/ 68 w 151"/>
                <a:gd name="T31" fmla="*/ 90 h 90"/>
                <a:gd name="T32" fmla="*/ 76 w 151"/>
                <a:gd name="T33" fmla="*/ 90 h 90"/>
                <a:gd name="T34" fmla="*/ 83 w 151"/>
                <a:gd name="T35" fmla="*/ 90 h 90"/>
                <a:gd name="T36" fmla="*/ 90 w 151"/>
                <a:gd name="T37" fmla="*/ 89 h 90"/>
                <a:gd name="T38" fmla="*/ 96 w 151"/>
                <a:gd name="T39" fmla="*/ 87 h 90"/>
                <a:gd name="T40" fmla="*/ 103 w 151"/>
                <a:gd name="T41" fmla="*/ 83 h 90"/>
                <a:gd name="T42" fmla="*/ 109 w 151"/>
                <a:gd name="T43" fmla="*/ 80 h 90"/>
                <a:gd name="T44" fmla="*/ 116 w 151"/>
                <a:gd name="T45" fmla="*/ 76 h 90"/>
                <a:gd name="T46" fmla="*/ 121 w 151"/>
                <a:gd name="T47" fmla="*/ 71 h 90"/>
                <a:gd name="T48" fmla="*/ 127 w 151"/>
                <a:gd name="T49" fmla="*/ 65 h 90"/>
                <a:gd name="T50" fmla="*/ 131 w 151"/>
                <a:gd name="T51" fmla="*/ 60 h 90"/>
                <a:gd name="T52" fmla="*/ 137 w 151"/>
                <a:gd name="T53" fmla="*/ 53 h 90"/>
                <a:gd name="T54" fmla="*/ 140 w 151"/>
                <a:gd name="T55" fmla="*/ 45 h 90"/>
                <a:gd name="T56" fmla="*/ 144 w 151"/>
                <a:gd name="T57" fmla="*/ 37 h 90"/>
                <a:gd name="T58" fmla="*/ 147 w 151"/>
                <a:gd name="T59" fmla="*/ 29 h 90"/>
                <a:gd name="T60" fmla="*/ 150 w 151"/>
                <a:gd name="T61" fmla="*/ 20 h 90"/>
                <a:gd name="T62" fmla="*/ 151 w 151"/>
                <a:gd name="T63" fmla="*/ 10 h 90"/>
                <a:gd name="T64" fmla="*/ 151 w 151"/>
                <a:gd name="T65" fmla="*/ 0 h 90"/>
                <a:gd name="T66" fmla="*/ 0 w 151"/>
                <a:gd name="T67" fmla="*/ 0 h 90"/>
                <a:gd name="T68" fmla="*/ 0 w 151"/>
                <a:gd name="T69" fmla="*/ 1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1" h="90">
                  <a:moveTo>
                    <a:pt x="0" y="14"/>
                  </a:moveTo>
                  <a:lnTo>
                    <a:pt x="0" y="22"/>
                  </a:lnTo>
                  <a:lnTo>
                    <a:pt x="2" y="29"/>
                  </a:lnTo>
                  <a:lnTo>
                    <a:pt x="4" y="37"/>
                  </a:lnTo>
                  <a:lnTo>
                    <a:pt x="6" y="44"/>
                  </a:lnTo>
                  <a:lnTo>
                    <a:pt x="9" y="50"/>
                  </a:lnTo>
                  <a:lnTo>
                    <a:pt x="14" y="56"/>
                  </a:lnTo>
                  <a:lnTo>
                    <a:pt x="18" y="62"/>
                  </a:lnTo>
                  <a:lnTo>
                    <a:pt x="23" y="67"/>
                  </a:lnTo>
                  <a:lnTo>
                    <a:pt x="29" y="72"/>
                  </a:lnTo>
                  <a:lnTo>
                    <a:pt x="34" y="76"/>
                  </a:lnTo>
                  <a:lnTo>
                    <a:pt x="40" y="81"/>
                  </a:lnTo>
                  <a:lnTo>
                    <a:pt x="47" y="84"/>
                  </a:lnTo>
                  <a:lnTo>
                    <a:pt x="54" y="87"/>
                  </a:lnTo>
                  <a:lnTo>
                    <a:pt x="61" y="89"/>
                  </a:lnTo>
                  <a:lnTo>
                    <a:pt x="68" y="90"/>
                  </a:lnTo>
                  <a:lnTo>
                    <a:pt x="76" y="90"/>
                  </a:lnTo>
                  <a:lnTo>
                    <a:pt x="83" y="90"/>
                  </a:lnTo>
                  <a:lnTo>
                    <a:pt x="90" y="89"/>
                  </a:lnTo>
                  <a:lnTo>
                    <a:pt x="96" y="87"/>
                  </a:lnTo>
                  <a:lnTo>
                    <a:pt x="103" y="83"/>
                  </a:lnTo>
                  <a:lnTo>
                    <a:pt x="109" y="80"/>
                  </a:lnTo>
                  <a:lnTo>
                    <a:pt x="116" y="76"/>
                  </a:lnTo>
                  <a:lnTo>
                    <a:pt x="121" y="71"/>
                  </a:lnTo>
                  <a:lnTo>
                    <a:pt x="127" y="65"/>
                  </a:lnTo>
                  <a:lnTo>
                    <a:pt x="131" y="60"/>
                  </a:lnTo>
                  <a:lnTo>
                    <a:pt x="137" y="53"/>
                  </a:lnTo>
                  <a:lnTo>
                    <a:pt x="140" y="45"/>
                  </a:lnTo>
                  <a:lnTo>
                    <a:pt x="144" y="37"/>
                  </a:lnTo>
                  <a:lnTo>
                    <a:pt x="147" y="29"/>
                  </a:lnTo>
                  <a:lnTo>
                    <a:pt x="150" y="20"/>
                  </a:lnTo>
                  <a:lnTo>
                    <a:pt x="151" y="10"/>
                  </a:lnTo>
                  <a:lnTo>
                    <a:pt x="151" y="0"/>
                  </a:lnTo>
                  <a:lnTo>
                    <a:pt x="0" y="0"/>
                  </a:lnTo>
                  <a:lnTo>
                    <a:pt x="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81" name="Rettangolo 4607">
              <a:extLst>
                <a:ext uri="{FF2B5EF4-FFF2-40B4-BE49-F238E27FC236}">
                  <a16:creationId xmlns:a16="http://schemas.microsoft.com/office/drawing/2014/main" id="{99EDB192-0D59-41C6-AD02-EC166F03C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8050" y="4837113"/>
              <a:ext cx="47625" cy="666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grpSp>
        <p:nvGrpSpPr>
          <p:cNvPr id="82" name="Gruppo 81" descr="Icona di monitor di computer. ">
            <a:extLst>
              <a:ext uri="{FF2B5EF4-FFF2-40B4-BE49-F238E27FC236}">
                <a16:creationId xmlns:a16="http://schemas.microsoft.com/office/drawing/2014/main" id="{9418C6B8-1E51-409C-A0E5-16AE173CE45B}"/>
              </a:ext>
            </a:extLst>
          </p:cNvPr>
          <p:cNvGrpSpPr/>
          <p:nvPr/>
        </p:nvGrpSpPr>
        <p:grpSpPr>
          <a:xfrm>
            <a:off x="3133330" y="1382471"/>
            <a:ext cx="287338" cy="258762"/>
            <a:chOff x="879475" y="817563"/>
            <a:chExt cx="287338" cy="258762"/>
          </a:xfrm>
          <a:solidFill>
            <a:schemeClr val="bg1"/>
          </a:solidFill>
        </p:grpSpPr>
        <p:sp>
          <p:nvSpPr>
            <p:cNvPr id="83" name="Figura a mano libera 1593">
              <a:extLst>
                <a:ext uri="{FF2B5EF4-FFF2-40B4-BE49-F238E27FC236}">
                  <a16:creationId xmlns:a16="http://schemas.microsoft.com/office/drawing/2014/main" id="{671BC17B-6D08-4ADE-B6A7-ECAE4A5EA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817563"/>
              <a:ext cx="287338" cy="171450"/>
            </a:xfrm>
            <a:custGeom>
              <a:avLst/>
              <a:gdLst>
                <a:gd name="T0" fmla="*/ 829 w 904"/>
                <a:gd name="T1" fmla="*/ 0 h 544"/>
                <a:gd name="T2" fmla="*/ 75 w 904"/>
                <a:gd name="T3" fmla="*/ 0 h 544"/>
                <a:gd name="T4" fmla="*/ 67 w 904"/>
                <a:gd name="T5" fmla="*/ 2 h 544"/>
                <a:gd name="T6" fmla="*/ 59 w 904"/>
                <a:gd name="T7" fmla="*/ 3 h 544"/>
                <a:gd name="T8" fmla="*/ 53 w 904"/>
                <a:gd name="T9" fmla="*/ 4 h 544"/>
                <a:gd name="T10" fmla="*/ 46 w 904"/>
                <a:gd name="T11" fmla="*/ 7 h 544"/>
                <a:gd name="T12" fmla="*/ 40 w 904"/>
                <a:gd name="T13" fmla="*/ 10 h 544"/>
                <a:gd name="T14" fmla="*/ 33 w 904"/>
                <a:gd name="T15" fmla="*/ 14 h 544"/>
                <a:gd name="T16" fmla="*/ 27 w 904"/>
                <a:gd name="T17" fmla="*/ 18 h 544"/>
                <a:gd name="T18" fmla="*/ 22 w 904"/>
                <a:gd name="T19" fmla="*/ 23 h 544"/>
                <a:gd name="T20" fmla="*/ 16 w 904"/>
                <a:gd name="T21" fmla="*/ 28 h 544"/>
                <a:gd name="T22" fmla="*/ 12 w 904"/>
                <a:gd name="T23" fmla="*/ 34 h 544"/>
                <a:gd name="T24" fmla="*/ 9 w 904"/>
                <a:gd name="T25" fmla="*/ 40 h 544"/>
                <a:gd name="T26" fmla="*/ 5 w 904"/>
                <a:gd name="T27" fmla="*/ 47 h 544"/>
                <a:gd name="T28" fmla="*/ 3 w 904"/>
                <a:gd name="T29" fmla="*/ 54 h 544"/>
                <a:gd name="T30" fmla="*/ 1 w 904"/>
                <a:gd name="T31" fmla="*/ 61 h 544"/>
                <a:gd name="T32" fmla="*/ 0 w 904"/>
                <a:gd name="T33" fmla="*/ 69 h 544"/>
                <a:gd name="T34" fmla="*/ 0 w 904"/>
                <a:gd name="T35" fmla="*/ 77 h 544"/>
                <a:gd name="T36" fmla="*/ 0 w 904"/>
                <a:gd name="T37" fmla="*/ 544 h 544"/>
                <a:gd name="T38" fmla="*/ 904 w 904"/>
                <a:gd name="T39" fmla="*/ 544 h 544"/>
                <a:gd name="T40" fmla="*/ 904 w 904"/>
                <a:gd name="T41" fmla="*/ 77 h 544"/>
                <a:gd name="T42" fmla="*/ 904 w 904"/>
                <a:gd name="T43" fmla="*/ 69 h 544"/>
                <a:gd name="T44" fmla="*/ 903 w 904"/>
                <a:gd name="T45" fmla="*/ 61 h 544"/>
                <a:gd name="T46" fmla="*/ 901 w 904"/>
                <a:gd name="T47" fmla="*/ 54 h 544"/>
                <a:gd name="T48" fmla="*/ 899 w 904"/>
                <a:gd name="T49" fmla="*/ 47 h 544"/>
                <a:gd name="T50" fmla="*/ 896 w 904"/>
                <a:gd name="T51" fmla="*/ 40 h 544"/>
                <a:gd name="T52" fmla="*/ 892 w 904"/>
                <a:gd name="T53" fmla="*/ 34 h 544"/>
                <a:gd name="T54" fmla="*/ 888 w 904"/>
                <a:gd name="T55" fmla="*/ 28 h 544"/>
                <a:gd name="T56" fmla="*/ 882 w 904"/>
                <a:gd name="T57" fmla="*/ 23 h 544"/>
                <a:gd name="T58" fmla="*/ 877 w 904"/>
                <a:gd name="T59" fmla="*/ 18 h 544"/>
                <a:gd name="T60" fmla="*/ 871 w 904"/>
                <a:gd name="T61" fmla="*/ 14 h 544"/>
                <a:gd name="T62" fmla="*/ 866 w 904"/>
                <a:gd name="T63" fmla="*/ 10 h 544"/>
                <a:gd name="T64" fmla="*/ 859 w 904"/>
                <a:gd name="T65" fmla="*/ 7 h 544"/>
                <a:gd name="T66" fmla="*/ 851 w 904"/>
                <a:gd name="T67" fmla="*/ 4 h 544"/>
                <a:gd name="T68" fmla="*/ 845 w 904"/>
                <a:gd name="T69" fmla="*/ 3 h 544"/>
                <a:gd name="T70" fmla="*/ 837 w 904"/>
                <a:gd name="T71" fmla="*/ 2 h 544"/>
                <a:gd name="T72" fmla="*/ 829 w 904"/>
                <a:gd name="T73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4" h="544">
                  <a:moveTo>
                    <a:pt x="829" y="0"/>
                  </a:moveTo>
                  <a:lnTo>
                    <a:pt x="75" y="0"/>
                  </a:lnTo>
                  <a:lnTo>
                    <a:pt x="67" y="2"/>
                  </a:lnTo>
                  <a:lnTo>
                    <a:pt x="59" y="3"/>
                  </a:lnTo>
                  <a:lnTo>
                    <a:pt x="53" y="4"/>
                  </a:lnTo>
                  <a:lnTo>
                    <a:pt x="46" y="7"/>
                  </a:lnTo>
                  <a:lnTo>
                    <a:pt x="40" y="10"/>
                  </a:lnTo>
                  <a:lnTo>
                    <a:pt x="33" y="14"/>
                  </a:lnTo>
                  <a:lnTo>
                    <a:pt x="27" y="18"/>
                  </a:lnTo>
                  <a:lnTo>
                    <a:pt x="22" y="23"/>
                  </a:lnTo>
                  <a:lnTo>
                    <a:pt x="16" y="28"/>
                  </a:lnTo>
                  <a:lnTo>
                    <a:pt x="12" y="34"/>
                  </a:lnTo>
                  <a:lnTo>
                    <a:pt x="9" y="40"/>
                  </a:lnTo>
                  <a:lnTo>
                    <a:pt x="5" y="47"/>
                  </a:lnTo>
                  <a:lnTo>
                    <a:pt x="3" y="54"/>
                  </a:lnTo>
                  <a:lnTo>
                    <a:pt x="1" y="61"/>
                  </a:lnTo>
                  <a:lnTo>
                    <a:pt x="0" y="69"/>
                  </a:lnTo>
                  <a:lnTo>
                    <a:pt x="0" y="77"/>
                  </a:lnTo>
                  <a:lnTo>
                    <a:pt x="0" y="544"/>
                  </a:lnTo>
                  <a:lnTo>
                    <a:pt x="904" y="544"/>
                  </a:lnTo>
                  <a:lnTo>
                    <a:pt x="904" y="77"/>
                  </a:lnTo>
                  <a:lnTo>
                    <a:pt x="904" y="69"/>
                  </a:lnTo>
                  <a:lnTo>
                    <a:pt x="903" y="61"/>
                  </a:lnTo>
                  <a:lnTo>
                    <a:pt x="901" y="54"/>
                  </a:lnTo>
                  <a:lnTo>
                    <a:pt x="899" y="47"/>
                  </a:lnTo>
                  <a:lnTo>
                    <a:pt x="896" y="40"/>
                  </a:lnTo>
                  <a:lnTo>
                    <a:pt x="892" y="34"/>
                  </a:lnTo>
                  <a:lnTo>
                    <a:pt x="888" y="28"/>
                  </a:lnTo>
                  <a:lnTo>
                    <a:pt x="882" y="23"/>
                  </a:lnTo>
                  <a:lnTo>
                    <a:pt x="877" y="18"/>
                  </a:lnTo>
                  <a:lnTo>
                    <a:pt x="871" y="14"/>
                  </a:lnTo>
                  <a:lnTo>
                    <a:pt x="866" y="10"/>
                  </a:lnTo>
                  <a:lnTo>
                    <a:pt x="859" y="7"/>
                  </a:lnTo>
                  <a:lnTo>
                    <a:pt x="851" y="4"/>
                  </a:lnTo>
                  <a:lnTo>
                    <a:pt x="845" y="3"/>
                  </a:lnTo>
                  <a:lnTo>
                    <a:pt x="837" y="2"/>
                  </a:lnTo>
                  <a:lnTo>
                    <a:pt x="8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84" name="Figura a mano libera 1594">
              <a:extLst>
                <a:ext uri="{FF2B5EF4-FFF2-40B4-BE49-F238E27FC236}">
                  <a16:creationId xmlns:a16="http://schemas.microsoft.com/office/drawing/2014/main" id="{2A229F37-7B67-4EE7-B334-2F3DE95D8A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9475" y="1000125"/>
              <a:ext cx="287338" cy="76200"/>
            </a:xfrm>
            <a:custGeom>
              <a:avLst/>
              <a:gdLst>
                <a:gd name="T0" fmla="*/ 459 w 904"/>
                <a:gd name="T1" fmla="*/ 29 h 241"/>
                <a:gd name="T2" fmla="*/ 469 w 904"/>
                <a:gd name="T3" fmla="*/ 35 h 241"/>
                <a:gd name="T4" fmla="*/ 478 w 904"/>
                <a:gd name="T5" fmla="*/ 43 h 241"/>
                <a:gd name="T6" fmla="*/ 482 w 904"/>
                <a:gd name="T7" fmla="*/ 54 h 241"/>
                <a:gd name="T8" fmla="*/ 482 w 904"/>
                <a:gd name="T9" fmla="*/ 66 h 241"/>
                <a:gd name="T10" fmla="*/ 478 w 904"/>
                <a:gd name="T11" fmla="*/ 77 h 241"/>
                <a:gd name="T12" fmla="*/ 469 w 904"/>
                <a:gd name="T13" fmla="*/ 85 h 241"/>
                <a:gd name="T14" fmla="*/ 459 w 904"/>
                <a:gd name="T15" fmla="*/ 89 h 241"/>
                <a:gd name="T16" fmla="*/ 447 w 904"/>
                <a:gd name="T17" fmla="*/ 89 h 241"/>
                <a:gd name="T18" fmla="*/ 436 w 904"/>
                <a:gd name="T19" fmla="*/ 85 h 241"/>
                <a:gd name="T20" fmla="*/ 427 w 904"/>
                <a:gd name="T21" fmla="*/ 77 h 241"/>
                <a:gd name="T22" fmla="*/ 422 w 904"/>
                <a:gd name="T23" fmla="*/ 66 h 241"/>
                <a:gd name="T24" fmla="*/ 422 w 904"/>
                <a:gd name="T25" fmla="*/ 54 h 241"/>
                <a:gd name="T26" fmla="*/ 427 w 904"/>
                <a:gd name="T27" fmla="*/ 43 h 241"/>
                <a:gd name="T28" fmla="*/ 436 w 904"/>
                <a:gd name="T29" fmla="*/ 35 h 241"/>
                <a:gd name="T30" fmla="*/ 447 w 904"/>
                <a:gd name="T31" fmla="*/ 31 h 241"/>
                <a:gd name="T32" fmla="*/ 452 w 904"/>
                <a:gd name="T33" fmla="*/ 29 h 241"/>
                <a:gd name="T34" fmla="*/ 0 w 904"/>
                <a:gd name="T35" fmla="*/ 83 h 241"/>
                <a:gd name="T36" fmla="*/ 3 w 904"/>
                <a:gd name="T37" fmla="*/ 97 h 241"/>
                <a:gd name="T38" fmla="*/ 9 w 904"/>
                <a:gd name="T39" fmla="*/ 110 h 241"/>
                <a:gd name="T40" fmla="*/ 16 w 904"/>
                <a:gd name="T41" fmla="*/ 122 h 241"/>
                <a:gd name="T42" fmla="*/ 27 w 904"/>
                <a:gd name="T43" fmla="*/ 132 h 241"/>
                <a:gd name="T44" fmla="*/ 40 w 904"/>
                <a:gd name="T45" fmla="*/ 141 h 241"/>
                <a:gd name="T46" fmla="*/ 53 w 904"/>
                <a:gd name="T47" fmla="*/ 147 h 241"/>
                <a:gd name="T48" fmla="*/ 67 w 904"/>
                <a:gd name="T49" fmla="*/ 150 h 241"/>
                <a:gd name="T50" fmla="*/ 437 w 904"/>
                <a:gd name="T51" fmla="*/ 150 h 241"/>
                <a:gd name="T52" fmla="*/ 195 w 904"/>
                <a:gd name="T53" fmla="*/ 211 h 241"/>
                <a:gd name="T54" fmla="*/ 190 w 904"/>
                <a:gd name="T55" fmla="*/ 212 h 241"/>
                <a:gd name="T56" fmla="*/ 186 w 904"/>
                <a:gd name="T57" fmla="*/ 215 h 241"/>
                <a:gd name="T58" fmla="*/ 182 w 904"/>
                <a:gd name="T59" fmla="*/ 220 h 241"/>
                <a:gd name="T60" fmla="*/ 181 w 904"/>
                <a:gd name="T61" fmla="*/ 225 h 241"/>
                <a:gd name="T62" fmla="*/ 182 w 904"/>
                <a:gd name="T63" fmla="*/ 232 h 241"/>
                <a:gd name="T64" fmla="*/ 186 w 904"/>
                <a:gd name="T65" fmla="*/ 236 h 241"/>
                <a:gd name="T66" fmla="*/ 190 w 904"/>
                <a:gd name="T67" fmla="*/ 240 h 241"/>
                <a:gd name="T68" fmla="*/ 195 w 904"/>
                <a:gd name="T69" fmla="*/ 241 h 241"/>
                <a:gd name="T70" fmla="*/ 742 w 904"/>
                <a:gd name="T71" fmla="*/ 241 h 241"/>
                <a:gd name="T72" fmla="*/ 747 w 904"/>
                <a:gd name="T73" fmla="*/ 239 h 241"/>
                <a:gd name="T74" fmla="*/ 752 w 904"/>
                <a:gd name="T75" fmla="*/ 234 h 241"/>
                <a:gd name="T76" fmla="*/ 754 w 904"/>
                <a:gd name="T77" fmla="*/ 229 h 241"/>
                <a:gd name="T78" fmla="*/ 754 w 904"/>
                <a:gd name="T79" fmla="*/ 223 h 241"/>
                <a:gd name="T80" fmla="*/ 752 w 904"/>
                <a:gd name="T81" fmla="*/ 218 h 241"/>
                <a:gd name="T82" fmla="*/ 747 w 904"/>
                <a:gd name="T83" fmla="*/ 213 h 241"/>
                <a:gd name="T84" fmla="*/ 742 w 904"/>
                <a:gd name="T85" fmla="*/ 211 h 241"/>
                <a:gd name="T86" fmla="*/ 468 w 904"/>
                <a:gd name="T87" fmla="*/ 211 h 241"/>
                <a:gd name="T88" fmla="*/ 829 w 904"/>
                <a:gd name="T89" fmla="*/ 150 h 241"/>
                <a:gd name="T90" fmla="*/ 845 w 904"/>
                <a:gd name="T91" fmla="*/ 149 h 241"/>
                <a:gd name="T92" fmla="*/ 859 w 904"/>
                <a:gd name="T93" fmla="*/ 145 h 241"/>
                <a:gd name="T94" fmla="*/ 871 w 904"/>
                <a:gd name="T95" fmla="*/ 137 h 241"/>
                <a:gd name="T96" fmla="*/ 882 w 904"/>
                <a:gd name="T97" fmla="*/ 128 h 241"/>
                <a:gd name="T98" fmla="*/ 892 w 904"/>
                <a:gd name="T99" fmla="*/ 117 h 241"/>
                <a:gd name="T100" fmla="*/ 899 w 904"/>
                <a:gd name="T101" fmla="*/ 104 h 241"/>
                <a:gd name="T102" fmla="*/ 903 w 904"/>
                <a:gd name="T103" fmla="*/ 90 h 241"/>
                <a:gd name="T104" fmla="*/ 904 w 904"/>
                <a:gd name="T105" fmla="*/ 75 h 241"/>
                <a:gd name="T106" fmla="*/ 0 w 904"/>
                <a:gd name="T10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04" h="241">
                  <a:moveTo>
                    <a:pt x="452" y="29"/>
                  </a:moveTo>
                  <a:lnTo>
                    <a:pt x="459" y="29"/>
                  </a:lnTo>
                  <a:lnTo>
                    <a:pt x="464" y="32"/>
                  </a:lnTo>
                  <a:lnTo>
                    <a:pt x="469" y="35"/>
                  </a:lnTo>
                  <a:lnTo>
                    <a:pt x="473" y="38"/>
                  </a:lnTo>
                  <a:lnTo>
                    <a:pt x="478" y="43"/>
                  </a:lnTo>
                  <a:lnTo>
                    <a:pt x="480" y="48"/>
                  </a:lnTo>
                  <a:lnTo>
                    <a:pt x="482" y="54"/>
                  </a:lnTo>
                  <a:lnTo>
                    <a:pt x="482" y="59"/>
                  </a:lnTo>
                  <a:lnTo>
                    <a:pt x="482" y="66"/>
                  </a:lnTo>
                  <a:lnTo>
                    <a:pt x="480" y="71"/>
                  </a:lnTo>
                  <a:lnTo>
                    <a:pt x="478" y="77"/>
                  </a:lnTo>
                  <a:lnTo>
                    <a:pt x="473" y="81"/>
                  </a:lnTo>
                  <a:lnTo>
                    <a:pt x="469" y="85"/>
                  </a:lnTo>
                  <a:lnTo>
                    <a:pt x="464" y="87"/>
                  </a:lnTo>
                  <a:lnTo>
                    <a:pt x="459" y="89"/>
                  </a:lnTo>
                  <a:lnTo>
                    <a:pt x="452" y="90"/>
                  </a:lnTo>
                  <a:lnTo>
                    <a:pt x="447" y="89"/>
                  </a:lnTo>
                  <a:lnTo>
                    <a:pt x="440" y="87"/>
                  </a:lnTo>
                  <a:lnTo>
                    <a:pt x="436" y="85"/>
                  </a:lnTo>
                  <a:lnTo>
                    <a:pt x="431" y="81"/>
                  </a:lnTo>
                  <a:lnTo>
                    <a:pt x="427" y="77"/>
                  </a:lnTo>
                  <a:lnTo>
                    <a:pt x="424" y="71"/>
                  </a:lnTo>
                  <a:lnTo>
                    <a:pt x="422" y="66"/>
                  </a:lnTo>
                  <a:lnTo>
                    <a:pt x="422" y="59"/>
                  </a:lnTo>
                  <a:lnTo>
                    <a:pt x="422" y="54"/>
                  </a:lnTo>
                  <a:lnTo>
                    <a:pt x="424" y="48"/>
                  </a:lnTo>
                  <a:lnTo>
                    <a:pt x="427" y="43"/>
                  </a:lnTo>
                  <a:lnTo>
                    <a:pt x="431" y="38"/>
                  </a:lnTo>
                  <a:lnTo>
                    <a:pt x="436" y="35"/>
                  </a:lnTo>
                  <a:lnTo>
                    <a:pt x="440" y="32"/>
                  </a:lnTo>
                  <a:lnTo>
                    <a:pt x="447" y="31"/>
                  </a:lnTo>
                  <a:lnTo>
                    <a:pt x="452" y="29"/>
                  </a:lnTo>
                  <a:lnTo>
                    <a:pt x="452" y="29"/>
                  </a:lnTo>
                  <a:close/>
                  <a:moveTo>
                    <a:pt x="0" y="75"/>
                  </a:moveTo>
                  <a:lnTo>
                    <a:pt x="0" y="83"/>
                  </a:lnTo>
                  <a:lnTo>
                    <a:pt x="1" y="90"/>
                  </a:lnTo>
                  <a:lnTo>
                    <a:pt x="3" y="97"/>
                  </a:lnTo>
                  <a:lnTo>
                    <a:pt x="5" y="104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6" y="122"/>
                  </a:lnTo>
                  <a:lnTo>
                    <a:pt x="22" y="128"/>
                  </a:lnTo>
                  <a:lnTo>
                    <a:pt x="27" y="132"/>
                  </a:lnTo>
                  <a:lnTo>
                    <a:pt x="33" y="137"/>
                  </a:lnTo>
                  <a:lnTo>
                    <a:pt x="40" y="141"/>
                  </a:lnTo>
                  <a:lnTo>
                    <a:pt x="46" y="145"/>
                  </a:lnTo>
                  <a:lnTo>
                    <a:pt x="53" y="147"/>
                  </a:lnTo>
                  <a:lnTo>
                    <a:pt x="59" y="149"/>
                  </a:lnTo>
                  <a:lnTo>
                    <a:pt x="67" y="150"/>
                  </a:lnTo>
                  <a:lnTo>
                    <a:pt x="75" y="150"/>
                  </a:lnTo>
                  <a:lnTo>
                    <a:pt x="437" y="150"/>
                  </a:lnTo>
                  <a:lnTo>
                    <a:pt x="437" y="211"/>
                  </a:lnTo>
                  <a:lnTo>
                    <a:pt x="195" y="211"/>
                  </a:lnTo>
                  <a:lnTo>
                    <a:pt x="192" y="211"/>
                  </a:lnTo>
                  <a:lnTo>
                    <a:pt x="190" y="212"/>
                  </a:lnTo>
                  <a:lnTo>
                    <a:pt x="188" y="213"/>
                  </a:lnTo>
                  <a:lnTo>
                    <a:pt x="186" y="215"/>
                  </a:lnTo>
                  <a:lnTo>
                    <a:pt x="183" y="218"/>
                  </a:lnTo>
                  <a:lnTo>
                    <a:pt x="182" y="220"/>
                  </a:lnTo>
                  <a:lnTo>
                    <a:pt x="181" y="223"/>
                  </a:lnTo>
                  <a:lnTo>
                    <a:pt x="181" y="225"/>
                  </a:lnTo>
                  <a:lnTo>
                    <a:pt x="181" y="229"/>
                  </a:lnTo>
                  <a:lnTo>
                    <a:pt x="182" y="232"/>
                  </a:lnTo>
                  <a:lnTo>
                    <a:pt x="183" y="234"/>
                  </a:lnTo>
                  <a:lnTo>
                    <a:pt x="186" y="236"/>
                  </a:lnTo>
                  <a:lnTo>
                    <a:pt x="188" y="239"/>
                  </a:lnTo>
                  <a:lnTo>
                    <a:pt x="190" y="240"/>
                  </a:lnTo>
                  <a:lnTo>
                    <a:pt x="192" y="241"/>
                  </a:lnTo>
                  <a:lnTo>
                    <a:pt x="195" y="241"/>
                  </a:lnTo>
                  <a:lnTo>
                    <a:pt x="739" y="241"/>
                  </a:lnTo>
                  <a:lnTo>
                    <a:pt x="742" y="241"/>
                  </a:lnTo>
                  <a:lnTo>
                    <a:pt x="745" y="240"/>
                  </a:lnTo>
                  <a:lnTo>
                    <a:pt x="747" y="239"/>
                  </a:lnTo>
                  <a:lnTo>
                    <a:pt x="750" y="236"/>
                  </a:lnTo>
                  <a:lnTo>
                    <a:pt x="752" y="234"/>
                  </a:lnTo>
                  <a:lnTo>
                    <a:pt x="753" y="232"/>
                  </a:lnTo>
                  <a:lnTo>
                    <a:pt x="754" y="229"/>
                  </a:lnTo>
                  <a:lnTo>
                    <a:pt x="754" y="225"/>
                  </a:lnTo>
                  <a:lnTo>
                    <a:pt x="754" y="223"/>
                  </a:lnTo>
                  <a:lnTo>
                    <a:pt x="753" y="220"/>
                  </a:lnTo>
                  <a:lnTo>
                    <a:pt x="752" y="218"/>
                  </a:lnTo>
                  <a:lnTo>
                    <a:pt x="750" y="215"/>
                  </a:lnTo>
                  <a:lnTo>
                    <a:pt x="747" y="213"/>
                  </a:lnTo>
                  <a:lnTo>
                    <a:pt x="745" y="212"/>
                  </a:lnTo>
                  <a:lnTo>
                    <a:pt x="742" y="211"/>
                  </a:lnTo>
                  <a:lnTo>
                    <a:pt x="739" y="211"/>
                  </a:lnTo>
                  <a:lnTo>
                    <a:pt x="468" y="211"/>
                  </a:lnTo>
                  <a:lnTo>
                    <a:pt x="468" y="150"/>
                  </a:lnTo>
                  <a:lnTo>
                    <a:pt x="829" y="150"/>
                  </a:lnTo>
                  <a:lnTo>
                    <a:pt x="837" y="150"/>
                  </a:lnTo>
                  <a:lnTo>
                    <a:pt x="845" y="149"/>
                  </a:lnTo>
                  <a:lnTo>
                    <a:pt x="851" y="147"/>
                  </a:lnTo>
                  <a:lnTo>
                    <a:pt x="859" y="145"/>
                  </a:lnTo>
                  <a:lnTo>
                    <a:pt x="866" y="141"/>
                  </a:lnTo>
                  <a:lnTo>
                    <a:pt x="871" y="137"/>
                  </a:lnTo>
                  <a:lnTo>
                    <a:pt x="877" y="132"/>
                  </a:lnTo>
                  <a:lnTo>
                    <a:pt x="882" y="128"/>
                  </a:lnTo>
                  <a:lnTo>
                    <a:pt x="888" y="122"/>
                  </a:lnTo>
                  <a:lnTo>
                    <a:pt x="892" y="117"/>
                  </a:lnTo>
                  <a:lnTo>
                    <a:pt x="896" y="110"/>
                  </a:lnTo>
                  <a:lnTo>
                    <a:pt x="899" y="104"/>
                  </a:lnTo>
                  <a:lnTo>
                    <a:pt x="901" y="97"/>
                  </a:lnTo>
                  <a:lnTo>
                    <a:pt x="903" y="90"/>
                  </a:lnTo>
                  <a:lnTo>
                    <a:pt x="904" y="83"/>
                  </a:lnTo>
                  <a:lnTo>
                    <a:pt x="904" y="75"/>
                  </a:lnTo>
                  <a:lnTo>
                    <a:pt x="904" y="0"/>
                  </a:lnTo>
                  <a:lnTo>
                    <a:pt x="0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grpSp>
        <p:nvGrpSpPr>
          <p:cNvPr id="85" name="Gruppo 84" descr="Icona di monitor di computer.">
            <a:extLst>
              <a:ext uri="{FF2B5EF4-FFF2-40B4-BE49-F238E27FC236}">
                <a16:creationId xmlns:a16="http://schemas.microsoft.com/office/drawing/2014/main" id="{A97EEAA0-CE6D-46A9-9837-67DD5CDA8CE9}"/>
              </a:ext>
            </a:extLst>
          </p:cNvPr>
          <p:cNvGrpSpPr/>
          <p:nvPr/>
        </p:nvGrpSpPr>
        <p:grpSpPr>
          <a:xfrm>
            <a:off x="4277123" y="1359245"/>
            <a:ext cx="287338" cy="258762"/>
            <a:chOff x="304800" y="5129213"/>
            <a:chExt cx="287338" cy="258762"/>
          </a:xfrm>
          <a:solidFill>
            <a:schemeClr val="bg1"/>
          </a:solidFill>
        </p:grpSpPr>
        <p:sp>
          <p:nvSpPr>
            <p:cNvPr id="86" name="Figura a mano libera 1630">
              <a:extLst>
                <a:ext uri="{FF2B5EF4-FFF2-40B4-BE49-F238E27FC236}">
                  <a16:creationId xmlns:a16="http://schemas.microsoft.com/office/drawing/2014/main" id="{CD9DD3B0-9FD5-473E-A718-FEFF0355F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00" y="5224463"/>
              <a:ext cx="134938" cy="38100"/>
            </a:xfrm>
            <a:custGeom>
              <a:avLst/>
              <a:gdLst>
                <a:gd name="T0" fmla="*/ 176 w 423"/>
                <a:gd name="T1" fmla="*/ 120 h 120"/>
                <a:gd name="T2" fmla="*/ 247 w 423"/>
                <a:gd name="T3" fmla="*/ 120 h 120"/>
                <a:gd name="T4" fmla="*/ 252 w 423"/>
                <a:gd name="T5" fmla="*/ 108 h 120"/>
                <a:gd name="T6" fmla="*/ 260 w 423"/>
                <a:gd name="T7" fmla="*/ 97 h 120"/>
                <a:gd name="T8" fmla="*/ 269 w 423"/>
                <a:gd name="T9" fmla="*/ 86 h 120"/>
                <a:gd name="T10" fmla="*/ 280 w 423"/>
                <a:gd name="T11" fmla="*/ 77 h 120"/>
                <a:gd name="T12" fmla="*/ 291 w 423"/>
                <a:gd name="T13" fmla="*/ 71 h 120"/>
                <a:gd name="T14" fmla="*/ 304 w 423"/>
                <a:gd name="T15" fmla="*/ 65 h 120"/>
                <a:gd name="T16" fmla="*/ 311 w 423"/>
                <a:gd name="T17" fmla="*/ 63 h 120"/>
                <a:gd name="T18" fmla="*/ 318 w 423"/>
                <a:gd name="T19" fmla="*/ 62 h 120"/>
                <a:gd name="T20" fmla="*/ 325 w 423"/>
                <a:gd name="T21" fmla="*/ 61 h 120"/>
                <a:gd name="T22" fmla="*/ 332 w 423"/>
                <a:gd name="T23" fmla="*/ 61 h 120"/>
                <a:gd name="T24" fmla="*/ 423 w 423"/>
                <a:gd name="T25" fmla="*/ 61 h 120"/>
                <a:gd name="T26" fmla="*/ 423 w 423"/>
                <a:gd name="T27" fmla="*/ 31 h 120"/>
                <a:gd name="T28" fmla="*/ 423 w 423"/>
                <a:gd name="T29" fmla="*/ 22 h 120"/>
                <a:gd name="T30" fmla="*/ 420 w 423"/>
                <a:gd name="T31" fmla="*/ 14 h 120"/>
                <a:gd name="T32" fmla="*/ 418 w 423"/>
                <a:gd name="T33" fmla="*/ 8 h 120"/>
                <a:gd name="T34" fmla="*/ 415 w 423"/>
                <a:gd name="T35" fmla="*/ 0 h 120"/>
                <a:gd name="T36" fmla="*/ 363 w 423"/>
                <a:gd name="T37" fmla="*/ 0 h 120"/>
                <a:gd name="T38" fmla="*/ 61 w 423"/>
                <a:gd name="T39" fmla="*/ 0 h 120"/>
                <a:gd name="T40" fmla="*/ 9 w 423"/>
                <a:gd name="T41" fmla="*/ 0 h 120"/>
                <a:gd name="T42" fmla="*/ 6 w 423"/>
                <a:gd name="T43" fmla="*/ 8 h 120"/>
                <a:gd name="T44" fmla="*/ 2 w 423"/>
                <a:gd name="T45" fmla="*/ 14 h 120"/>
                <a:gd name="T46" fmla="*/ 1 w 423"/>
                <a:gd name="T47" fmla="*/ 22 h 120"/>
                <a:gd name="T48" fmla="*/ 0 w 423"/>
                <a:gd name="T49" fmla="*/ 31 h 120"/>
                <a:gd name="T50" fmla="*/ 0 w 423"/>
                <a:gd name="T51" fmla="*/ 61 h 120"/>
                <a:gd name="T52" fmla="*/ 91 w 423"/>
                <a:gd name="T53" fmla="*/ 61 h 120"/>
                <a:gd name="T54" fmla="*/ 99 w 423"/>
                <a:gd name="T55" fmla="*/ 61 h 120"/>
                <a:gd name="T56" fmla="*/ 105 w 423"/>
                <a:gd name="T57" fmla="*/ 62 h 120"/>
                <a:gd name="T58" fmla="*/ 112 w 423"/>
                <a:gd name="T59" fmla="*/ 63 h 120"/>
                <a:gd name="T60" fmla="*/ 120 w 423"/>
                <a:gd name="T61" fmla="*/ 65 h 120"/>
                <a:gd name="T62" fmla="*/ 132 w 423"/>
                <a:gd name="T63" fmla="*/ 71 h 120"/>
                <a:gd name="T64" fmla="*/ 144 w 423"/>
                <a:gd name="T65" fmla="*/ 77 h 120"/>
                <a:gd name="T66" fmla="*/ 154 w 423"/>
                <a:gd name="T67" fmla="*/ 86 h 120"/>
                <a:gd name="T68" fmla="*/ 163 w 423"/>
                <a:gd name="T69" fmla="*/ 97 h 120"/>
                <a:gd name="T70" fmla="*/ 170 w 423"/>
                <a:gd name="T71" fmla="*/ 108 h 120"/>
                <a:gd name="T72" fmla="*/ 176 w 423"/>
                <a:gd name="T7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3" h="120">
                  <a:moveTo>
                    <a:pt x="176" y="120"/>
                  </a:moveTo>
                  <a:lnTo>
                    <a:pt x="247" y="120"/>
                  </a:lnTo>
                  <a:lnTo>
                    <a:pt x="252" y="108"/>
                  </a:lnTo>
                  <a:lnTo>
                    <a:pt x="260" y="97"/>
                  </a:lnTo>
                  <a:lnTo>
                    <a:pt x="269" y="86"/>
                  </a:lnTo>
                  <a:lnTo>
                    <a:pt x="280" y="77"/>
                  </a:lnTo>
                  <a:lnTo>
                    <a:pt x="291" y="71"/>
                  </a:lnTo>
                  <a:lnTo>
                    <a:pt x="304" y="65"/>
                  </a:lnTo>
                  <a:lnTo>
                    <a:pt x="311" y="63"/>
                  </a:lnTo>
                  <a:lnTo>
                    <a:pt x="318" y="62"/>
                  </a:lnTo>
                  <a:lnTo>
                    <a:pt x="325" y="61"/>
                  </a:lnTo>
                  <a:lnTo>
                    <a:pt x="332" y="61"/>
                  </a:lnTo>
                  <a:lnTo>
                    <a:pt x="423" y="61"/>
                  </a:lnTo>
                  <a:lnTo>
                    <a:pt x="423" y="31"/>
                  </a:lnTo>
                  <a:lnTo>
                    <a:pt x="423" y="22"/>
                  </a:lnTo>
                  <a:lnTo>
                    <a:pt x="420" y="14"/>
                  </a:lnTo>
                  <a:lnTo>
                    <a:pt x="418" y="8"/>
                  </a:lnTo>
                  <a:lnTo>
                    <a:pt x="415" y="0"/>
                  </a:lnTo>
                  <a:lnTo>
                    <a:pt x="363" y="0"/>
                  </a:lnTo>
                  <a:lnTo>
                    <a:pt x="61" y="0"/>
                  </a:lnTo>
                  <a:lnTo>
                    <a:pt x="9" y="0"/>
                  </a:lnTo>
                  <a:lnTo>
                    <a:pt x="6" y="8"/>
                  </a:lnTo>
                  <a:lnTo>
                    <a:pt x="2" y="14"/>
                  </a:lnTo>
                  <a:lnTo>
                    <a:pt x="1" y="22"/>
                  </a:lnTo>
                  <a:lnTo>
                    <a:pt x="0" y="31"/>
                  </a:lnTo>
                  <a:lnTo>
                    <a:pt x="0" y="61"/>
                  </a:lnTo>
                  <a:lnTo>
                    <a:pt x="91" y="61"/>
                  </a:lnTo>
                  <a:lnTo>
                    <a:pt x="99" y="61"/>
                  </a:lnTo>
                  <a:lnTo>
                    <a:pt x="105" y="62"/>
                  </a:lnTo>
                  <a:lnTo>
                    <a:pt x="112" y="63"/>
                  </a:lnTo>
                  <a:lnTo>
                    <a:pt x="120" y="65"/>
                  </a:lnTo>
                  <a:lnTo>
                    <a:pt x="132" y="71"/>
                  </a:lnTo>
                  <a:lnTo>
                    <a:pt x="144" y="77"/>
                  </a:lnTo>
                  <a:lnTo>
                    <a:pt x="154" y="86"/>
                  </a:lnTo>
                  <a:lnTo>
                    <a:pt x="163" y="97"/>
                  </a:lnTo>
                  <a:lnTo>
                    <a:pt x="170" y="108"/>
                  </a:lnTo>
                  <a:lnTo>
                    <a:pt x="176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87" name="Figura a mano libera 1631">
              <a:extLst>
                <a:ext uri="{FF2B5EF4-FFF2-40B4-BE49-F238E27FC236}">
                  <a16:creationId xmlns:a16="http://schemas.microsoft.com/office/drawing/2014/main" id="{99F6D614-3AD7-472A-92A9-85406C4F4B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525" y="5129213"/>
              <a:ext cx="115888" cy="85725"/>
            </a:xfrm>
            <a:custGeom>
              <a:avLst/>
              <a:gdLst>
                <a:gd name="T0" fmla="*/ 60 w 362"/>
                <a:gd name="T1" fmla="*/ 72 h 271"/>
                <a:gd name="T2" fmla="*/ 62 w 362"/>
                <a:gd name="T3" fmla="*/ 66 h 271"/>
                <a:gd name="T4" fmla="*/ 66 w 362"/>
                <a:gd name="T5" fmla="*/ 62 h 271"/>
                <a:gd name="T6" fmla="*/ 72 w 362"/>
                <a:gd name="T7" fmla="*/ 60 h 271"/>
                <a:gd name="T8" fmla="*/ 287 w 362"/>
                <a:gd name="T9" fmla="*/ 60 h 271"/>
                <a:gd name="T10" fmla="*/ 292 w 362"/>
                <a:gd name="T11" fmla="*/ 61 h 271"/>
                <a:gd name="T12" fmla="*/ 297 w 362"/>
                <a:gd name="T13" fmla="*/ 64 h 271"/>
                <a:gd name="T14" fmla="*/ 300 w 362"/>
                <a:gd name="T15" fmla="*/ 70 h 271"/>
                <a:gd name="T16" fmla="*/ 301 w 362"/>
                <a:gd name="T17" fmla="*/ 75 h 271"/>
                <a:gd name="T18" fmla="*/ 301 w 362"/>
                <a:gd name="T19" fmla="*/ 229 h 271"/>
                <a:gd name="T20" fmla="*/ 299 w 362"/>
                <a:gd name="T21" fmla="*/ 234 h 271"/>
                <a:gd name="T22" fmla="*/ 294 w 362"/>
                <a:gd name="T23" fmla="*/ 239 h 271"/>
                <a:gd name="T24" fmla="*/ 289 w 362"/>
                <a:gd name="T25" fmla="*/ 241 h 271"/>
                <a:gd name="T26" fmla="*/ 75 w 362"/>
                <a:gd name="T27" fmla="*/ 241 h 271"/>
                <a:gd name="T28" fmla="*/ 69 w 362"/>
                <a:gd name="T29" fmla="*/ 240 h 271"/>
                <a:gd name="T30" fmla="*/ 64 w 362"/>
                <a:gd name="T31" fmla="*/ 237 h 271"/>
                <a:gd name="T32" fmla="*/ 61 w 362"/>
                <a:gd name="T33" fmla="*/ 231 h 271"/>
                <a:gd name="T34" fmla="*/ 60 w 362"/>
                <a:gd name="T35" fmla="*/ 226 h 271"/>
                <a:gd name="T36" fmla="*/ 332 w 362"/>
                <a:gd name="T37" fmla="*/ 271 h 271"/>
                <a:gd name="T38" fmla="*/ 362 w 362"/>
                <a:gd name="T39" fmla="*/ 60 h 271"/>
                <a:gd name="T40" fmla="*/ 361 w 362"/>
                <a:gd name="T41" fmla="*/ 47 h 271"/>
                <a:gd name="T42" fmla="*/ 357 w 362"/>
                <a:gd name="T43" fmla="*/ 36 h 271"/>
                <a:gd name="T44" fmla="*/ 352 w 362"/>
                <a:gd name="T45" fmla="*/ 26 h 271"/>
                <a:gd name="T46" fmla="*/ 344 w 362"/>
                <a:gd name="T47" fmla="*/ 18 h 271"/>
                <a:gd name="T48" fmla="*/ 335 w 362"/>
                <a:gd name="T49" fmla="*/ 10 h 271"/>
                <a:gd name="T50" fmla="*/ 325 w 362"/>
                <a:gd name="T51" fmla="*/ 4 h 271"/>
                <a:gd name="T52" fmla="*/ 313 w 362"/>
                <a:gd name="T53" fmla="*/ 1 h 271"/>
                <a:gd name="T54" fmla="*/ 301 w 362"/>
                <a:gd name="T55" fmla="*/ 0 h 271"/>
                <a:gd name="T56" fmla="*/ 54 w 362"/>
                <a:gd name="T57" fmla="*/ 0 h 271"/>
                <a:gd name="T58" fmla="*/ 42 w 362"/>
                <a:gd name="T59" fmla="*/ 2 h 271"/>
                <a:gd name="T60" fmla="*/ 31 w 362"/>
                <a:gd name="T61" fmla="*/ 7 h 271"/>
                <a:gd name="T62" fmla="*/ 21 w 362"/>
                <a:gd name="T63" fmla="*/ 13 h 271"/>
                <a:gd name="T64" fmla="*/ 13 w 362"/>
                <a:gd name="T65" fmla="*/ 21 h 271"/>
                <a:gd name="T66" fmla="*/ 7 w 362"/>
                <a:gd name="T67" fmla="*/ 31 h 271"/>
                <a:gd name="T68" fmla="*/ 2 w 362"/>
                <a:gd name="T69" fmla="*/ 42 h 271"/>
                <a:gd name="T70" fmla="*/ 0 w 362"/>
                <a:gd name="T71" fmla="*/ 54 h 271"/>
                <a:gd name="T72" fmla="*/ 0 w 362"/>
                <a:gd name="T73" fmla="*/ 271 h 271"/>
                <a:gd name="T74" fmla="*/ 332 w 362"/>
                <a:gd name="T7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2" h="271">
                  <a:moveTo>
                    <a:pt x="60" y="75"/>
                  </a:moveTo>
                  <a:lnTo>
                    <a:pt x="60" y="72"/>
                  </a:lnTo>
                  <a:lnTo>
                    <a:pt x="61" y="68"/>
                  </a:lnTo>
                  <a:lnTo>
                    <a:pt x="62" y="66"/>
                  </a:lnTo>
                  <a:lnTo>
                    <a:pt x="64" y="64"/>
                  </a:lnTo>
                  <a:lnTo>
                    <a:pt x="66" y="62"/>
                  </a:lnTo>
                  <a:lnTo>
                    <a:pt x="69" y="61"/>
                  </a:lnTo>
                  <a:lnTo>
                    <a:pt x="72" y="60"/>
                  </a:lnTo>
                  <a:lnTo>
                    <a:pt x="75" y="60"/>
                  </a:lnTo>
                  <a:lnTo>
                    <a:pt x="287" y="60"/>
                  </a:lnTo>
                  <a:lnTo>
                    <a:pt x="289" y="60"/>
                  </a:lnTo>
                  <a:lnTo>
                    <a:pt x="292" y="61"/>
                  </a:lnTo>
                  <a:lnTo>
                    <a:pt x="294" y="62"/>
                  </a:lnTo>
                  <a:lnTo>
                    <a:pt x="297" y="64"/>
                  </a:lnTo>
                  <a:lnTo>
                    <a:pt x="299" y="66"/>
                  </a:lnTo>
                  <a:lnTo>
                    <a:pt x="300" y="70"/>
                  </a:lnTo>
                  <a:lnTo>
                    <a:pt x="301" y="72"/>
                  </a:lnTo>
                  <a:lnTo>
                    <a:pt x="301" y="75"/>
                  </a:lnTo>
                  <a:lnTo>
                    <a:pt x="301" y="226"/>
                  </a:lnTo>
                  <a:lnTo>
                    <a:pt x="301" y="229"/>
                  </a:lnTo>
                  <a:lnTo>
                    <a:pt x="300" y="231"/>
                  </a:lnTo>
                  <a:lnTo>
                    <a:pt x="299" y="234"/>
                  </a:lnTo>
                  <a:lnTo>
                    <a:pt x="297" y="237"/>
                  </a:lnTo>
                  <a:lnTo>
                    <a:pt x="294" y="239"/>
                  </a:lnTo>
                  <a:lnTo>
                    <a:pt x="292" y="240"/>
                  </a:lnTo>
                  <a:lnTo>
                    <a:pt x="289" y="241"/>
                  </a:lnTo>
                  <a:lnTo>
                    <a:pt x="287" y="241"/>
                  </a:lnTo>
                  <a:lnTo>
                    <a:pt x="75" y="241"/>
                  </a:lnTo>
                  <a:lnTo>
                    <a:pt x="72" y="241"/>
                  </a:lnTo>
                  <a:lnTo>
                    <a:pt x="69" y="240"/>
                  </a:lnTo>
                  <a:lnTo>
                    <a:pt x="66" y="239"/>
                  </a:lnTo>
                  <a:lnTo>
                    <a:pt x="64" y="237"/>
                  </a:lnTo>
                  <a:lnTo>
                    <a:pt x="62" y="234"/>
                  </a:lnTo>
                  <a:lnTo>
                    <a:pt x="61" y="231"/>
                  </a:lnTo>
                  <a:lnTo>
                    <a:pt x="60" y="229"/>
                  </a:lnTo>
                  <a:lnTo>
                    <a:pt x="60" y="226"/>
                  </a:lnTo>
                  <a:lnTo>
                    <a:pt x="60" y="75"/>
                  </a:lnTo>
                  <a:close/>
                  <a:moveTo>
                    <a:pt x="332" y="271"/>
                  </a:moveTo>
                  <a:lnTo>
                    <a:pt x="362" y="271"/>
                  </a:lnTo>
                  <a:lnTo>
                    <a:pt x="362" y="60"/>
                  </a:lnTo>
                  <a:lnTo>
                    <a:pt x="362" y="54"/>
                  </a:lnTo>
                  <a:lnTo>
                    <a:pt x="361" y="47"/>
                  </a:lnTo>
                  <a:lnTo>
                    <a:pt x="358" y="42"/>
                  </a:lnTo>
                  <a:lnTo>
                    <a:pt x="357" y="36"/>
                  </a:lnTo>
                  <a:lnTo>
                    <a:pt x="354" y="31"/>
                  </a:lnTo>
                  <a:lnTo>
                    <a:pt x="352" y="26"/>
                  </a:lnTo>
                  <a:lnTo>
                    <a:pt x="347" y="21"/>
                  </a:lnTo>
                  <a:lnTo>
                    <a:pt x="344" y="18"/>
                  </a:lnTo>
                  <a:lnTo>
                    <a:pt x="340" y="13"/>
                  </a:lnTo>
                  <a:lnTo>
                    <a:pt x="335" y="10"/>
                  </a:lnTo>
                  <a:lnTo>
                    <a:pt x="330" y="7"/>
                  </a:lnTo>
                  <a:lnTo>
                    <a:pt x="325" y="4"/>
                  </a:lnTo>
                  <a:lnTo>
                    <a:pt x="320" y="2"/>
                  </a:lnTo>
                  <a:lnTo>
                    <a:pt x="313" y="1"/>
                  </a:lnTo>
                  <a:lnTo>
                    <a:pt x="308" y="0"/>
                  </a:lnTo>
                  <a:lnTo>
                    <a:pt x="301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8" y="1"/>
                  </a:lnTo>
                  <a:lnTo>
                    <a:pt x="42" y="2"/>
                  </a:lnTo>
                  <a:lnTo>
                    <a:pt x="37" y="4"/>
                  </a:lnTo>
                  <a:lnTo>
                    <a:pt x="31" y="7"/>
                  </a:lnTo>
                  <a:lnTo>
                    <a:pt x="27" y="10"/>
                  </a:lnTo>
                  <a:lnTo>
                    <a:pt x="21" y="13"/>
                  </a:lnTo>
                  <a:lnTo>
                    <a:pt x="18" y="18"/>
                  </a:lnTo>
                  <a:lnTo>
                    <a:pt x="13" y="21"/>
                  </a:lnTo>
                  <a:lnTo>
                    <a:pt x="10" y="26"/>
                  </a:lnTo>
                  <a:lnTo>
                    <a:pt x="7" y="31"/>
                  </a:lnTo>
                  <a:lnTo>
                    <a:pt x="5" y="36"/>
                  </a:lnTo>
                  <a:lnTo>
                    <a:pt x="2" y="42"/>
                  </a:lnTo>
                  <a:lnTo>
                    <a:pt x="1" y="47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30" y="271"/>
                  </a:lnTo>
                  <a:lnTo>
                    <a:pt x="332" y="2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88" name="Figura a mano libera 1632">
              <a:extLst>
                <a:ext uri="{FF2B5EF4-FFF2-40B4-BE49-F238E27FC236}">
                  <a16:creationId xmlns:a16="http://schemas.microsoft.com/office/drawing/2014/main" id="{32C10E2D-7492-462D-9F53-98946445A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00" y="5349875"/>
              <a:ext cx="134938" cy="38100"/>
            </a:xfrm>
            <a:custGeom>
              <a:avLst/>
              <a:gdLst>
                <a:gd name="T0" fmla="*/ 422 w 423"/>
                <a:gd name="T1" fmla="*/ 18 h 121"/>
                <a:gd name="T2" fmla="*/ 422 w 423"/>
                <a:gd name="T3" fmla="*/ 17 h 121"/>
                <a:gd name="T4" fmla="*/ 422 w 423"/>
                <a:gd name="T5" fmla="*/ 17 h 121"/>
                <a:gd name="T6" fmla="*/ 419 w 423"/>
                <a:gd name="T7" fmla="*/ 10 h 121"/>
                <a:gd name="T8" fmla="*/ 417 w 423"/>
                <a:gd name="T9" fmla="*/ 5 h 121"/>
                <a:gd name="T10" fmla="*/ 417 w 423"/>
                <a:gd name="T11" fmla="*/ 4 h 121"/>
                <a:gd name="T12" fmla="*/ 416 w 423"/>
                <a:gd name="T13" fmla="*/ 4 h 121"/>
                <a:gd name="T14" fmla="*/ 415 w 423"/>
                <a:gd name="T15" fmla="*/ 2 h 121"/>
                <a:gd name="T16" fmla="*/ 415 w 423"/>
                <a:gd name="T17" fmla="*/ 0 h 121"/>
                <a:gd name="T18" fmla="*/ 9 w 423"/>
                <a:gd name="T19" fmla="*/ 0 h 121"/>
                <a:gd name="T20" fmla="*/ 8 w 423"/>
                <a:gd name="T21" fmla="*/ 2 h 121"/>
                <a:gd name="T22" fmla="*/ 7 w 423"/>
                <a:gd name="T23" fmla="*/ 4 h 121"/>
                <a:gd name="T24" fmla="*/ 7 w 423"/>
                <a:gd name="T25" fmla="*/ 4 h 121"/>
                <a:gd name="T26" fmla="*/ 7 w 423"/>
                <a:gd name="T27" fmla="*/ 5 h 121"/>
                <a:gd name="T28" fmla="*/ 5 w 423"/>
                <a:gd name="T29" fmla="*/ 10 h 121"/>
                <a:gd name="T30" fmla="*/ 2 w 423"/>
                <a:gd name="T31" fmla="*/ 17 h 121"/>
                <a:gd name="T32" fmla="*/ 2 w 423"/>
                <a:gd name="T33" fmla="*/ 17 h 121"/>
                <a:gd name="T34" fmla="*/ 2 w 423"/>
                <a:gd name="T35" fmla="*/ 18 h 121"/>
                <a:gd name="T36" fmla="*/ 1 w 423"/>
                <a:gd name="T37" fmla="*/ 24 h 121"/>
                <a:gd name="T38" fmla="*/ 0 w 423"/>
                <a:gd name="T39" fmla="*/ 30 h 121"/>
                <a:gd name="T40" fmla="*/ 0 w 423"/>
                <a:gd name="T41" fmla="*/ 107 h 121"/>
                <a:gd name="T42" fmla="*/ 1 w 423"/>
                <a:gd name="T43" fmla="*/ 109 h 121"/>
                <a:gd name="T44" fmla="*/ 2 w 423"/>
                <a:gd name="T45" fmla="*/ 112 h 121"/>
                <a:gd name="T46" fmla="*/ 4 w 423"/>
                <a:gd name="T47" fmla="*/ 114 h 121"/>
                <a:gd name="T48" fmla="*/ 6 w 423"/>
                <a:gd name="T49" fmla="*/ 117 h 121"/>
                <a:gd name="T50" fmla="*/ 8 w 423"/>
                <a:gd name="T51" fmla="*/ 119 h 121"/>
                <a:gd name="T52" fmla="*/ 10 w 423"/>
                <a:gd name="T53" fmla="*/ 120 h 121"/>
                <a:gd name="T54" fmla="*/ 12 w 423"/>
                <a:gd name="T55" fmla="*/ 121 h 121"/>
                <a:gd name="T56" fmla="*/ 16 w 423"/>
                <a:gd name="T57" fmla="*/ 121 h 121"/>
                <a:gd name="T58" fmla="*/ 408 w 423"/>
                <a:gd name="T59" fmla="*/ 121 h 121"/>
                <a:gd name="T60" fmla="*/ 412 w 423"/>
                <a:gd name="T61" fmla="*/ 121 h 121"/>
                <a:gd name="T62" fmla="*/ 414 w 423"/>
                <a:gd name="T63" fmla="*/ 120 h 121"/>
                <a:gd name="T64" fmla="*/ 416 w 423"/>
                <a:gd name="T65" fmla="*/ 119 h 121"/>
                <a:gd name="T66" fmla="*/ 418 w 423"/>
                <a:gd name="T67" fmla="*/ 117 h 121"/>
                <a:gd name="T68" fmla="*/ 421 w 423"/>
                <a:gd name="T69" fmla="*/ 114 h 121"/>
                <a:gd name="T70" fmla="*/ 422 w 423"/>
                <a:gd name="T71" fmla="*/ 112 h 121"/>
                <a:gd name="T72" fmla="*/ 423 w 423"/>
                <a:gd name="T73" fmla="*/ 109 h 121"/>
                <a:gd name="T74" fmla="*/ 423 w 423"/>
                <a:gd name="T75" fmla="*/ 107 h 121"/>
                <a:gd name="T76" fmla="*/ 423 w 423"/>
                <a:gd name="T77" fmla="*/ 30 h 121"/>
                <a:gd name="T78" fmla="*/ 423 w 423"/>
                <a:gd name="T79" fmla="*/ 24 h 121"/>
                <a:gd name="T80" fmla="*/ 422 w 423"/>
                <a:gd name="T81" fmla="*/ 1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23" h="121">
                  <a:moveTo>
                    <a:pt x="422" y="18"/>
                  </a:moveTo>
                  <a:lnTo>
                    <a:pt x="422" y="17"/>
                  </a:lnTo>
                  <a:lnTo>
                    <a:pt x="422" y="17"/>
                  </a:lnTo>
                  <a:lnTo>
                    <a:pt x="419" y="10"/>
                  </a:lnTo>
                  <a:lnTo>
                    <a:pt x="417" y="5"/>
                  </a:lnTo>
                  <a:lnTo>
                    <a:pt x="417" y="4"/>
                  </a:lnTo>
                  <a:lnTo>
                    <a:pt x="416" y="4"/>
                  </a:lnTo>
                  <a:lnTo>
                    <a:pt x="415" y="2"/>
                  </a:lnTo>
                  <a:lnTo>
                    <a:pt x="415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5" y="1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1" y="24"/>
                  </a:lnTo>
                  <a:lnTo>
                    <a:pt x="0" y="30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2" y="112"/>
                  </a:lnTo>
                  <a:lnTo>
                    <a:pt x="4" y="114"/>
                  </a:lnTo>
                  <a:lnTo>
                    <a:pt x="6" y="117"/>
                  </a:lnTo>
                  <a:lnTo>
                    <a:pt x="8" y="119"/>
                  </a:lnTo>
                  <a:lnTo>
                    <a:pt x="10" y="120"/>
                  </a:lnTo>
                  <a:lnTo>
                    <a:pt x="12" y="121"/>
                  </a:lnTo>
                  <a:lnTo>
                    <a:pt x="16" y="121"/>
                  </a:lnTo>
                  <a:lnTo>
                    <a:pt x="408" y="121"/>
                  </a:lnTo>
                  <a:lnTo>
                    <a:pt x="412" y="121"/>
                  </a:lnTo>
                  <a:lnTo>
                    <a:pt x="414" y="120"/>
                  </a:lnTo>
                  <a:lnTo>
                    <a:pt x="416" y="119"/>
                  </a:lnTo>
                  <a:lnTo>
                    <a:pt x="418" y="117"/>
                  </a:lnTo>
                  <a:lnTo>
                    <a:pt x="421" y="114"/>
                  </a:lnTo>
                  <a:lnTo>
                    <a:pt x="422" y="112"/>
                  </a:lnTo>
                  <a:lnTo>
                    <a:pt x="423" y="109"/>
                  </a:lnTo>
                  <a:lnTo>
                    <a:pt x="423" y="107"/>
                  </a:lnTo>
                  <a:lnTo>
                    <a:pt x="423" y="30"/>
                  </a:lnTo>
                  <a:lnTo>
                    <a:pt x="423" y="24"/>
                  </a:lnTo>
                  <a:lnTo>
                    <a:pt x="42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89" name="Figura a mano libera 1633">
              <a:extLst>
                <a:ext uri="{FF2B5EF4-FFF2-40B4-BE49-F238E27FC236}">
                  <a16:creationId xmlns:a16="http://schemas.microsoft.com/office/drawing/2014/main" id="{4FA8B819-0160-4EA0-86E9-6D9D4C17F1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8313" y="5253038"/>
              <a:ext cx="114300" cy="87313"/>
            </a:xfrm>
            <a:custGeom>
              <a:avLst/>
              <a:gdLst>
                <a:gd name="T0" fmla="*/ 302 w 362"/>
                <a:gd name="T1" fmla="*/ 227 h 273"/>
                <a:gd name="T2" fmla="*/ 301 w 362"/>
                <a:gd name="T3" fmla="*/ 233 h 273"/>
                <a:gd name="T4" fmla="*/ 298 w 362"/>
                <a:gd name="T5" fmla="*/ 237 h 273"/>
                <a:gd name="T6" fmla="*/ 292 w 362"/>
                <a:gd name="T7" fmla="*/ 241 h 273"/>
                <a:gd name="T8" fmla="*/ 287 w 362"/>
                <a:gd name="T9" fmla="*/ 242 h 273"/>
                <a:gd name="T10" fmla="*/ 72 w 362"/>
                <a:gd name="T11" fmla="*/ 242 h 273"/>
                <a:gd name="T12" fmla="*/ 67 w 362"/>
                <a:gd name="T13" fmla="*/ 239 h 273"/>
                <a:gd name="T14" fmla="*/ 63 w 362"/>
                <a:gd name="T15" fmla="*/ 235 h 273"/>
                <a:gd name="T16" fmla="*/ 61 w 362"/>
                <a:gd name="T17" fmla="*/ 231 h 273"/>
                <a:gd name="T18" fmla="*/ 60 w 362"/>
                <a:gd name="T19" fmla="*/ 76 h 273"/>
                <a:gd name="T20" fmla="*/ 61 w 362"/>
                <a:gd name="T21" fmla="*/ 70 h 273"/>
                <a:gd name="T22" fmla="*/ 64 w 362"/>
                <a:gd name="T23" fmla="*/ 66 h 273"/>
                <a:gd name="T24" fmla="*/ 70 w 362"/>
                <a:gd name="T25" fmla="*/ 62 h 273"/>
                <a:gd name="T26" fmla="*/ 75 w 362"/>
                <a:gd name="T27" fmla="*/ 61 h 273"/>
                <a:gd name="T28" fmla="*/ 290 w 362"/>
                <a:gd name="T29" fmla="*/ 61 h 273"/>
                <a:gd name="T30" fmla="*/ 296 w 362"/>
                <a:gd name="T31" fmla="*/ 64 h 273"/>
                <a:gd name="T32" fmla="*/ 299 w 362"/>
                <a:gd name="T33" fmla="*/ 68 h 273"/>
                <a:gd name="T34" fmla="*/ 301 w 362"/>
                <a:gd name="T35" fmla="*/ 73 h 273"/>
                <a:gd name="T36" fmla="*/ 60 w 362"/>
                <a:gd name="T37" fmla="*/ 0 h 273"/>
                <a:gd name="T38" fmla="*/ 42 w 362"/>
                <a:gd name="T39" fmla="*/ 4 h 273"/>
                <a:gd name="T40" fmla="*/ 27 w 362"/>
                <a:gd name="T41" fmla="*/ 12 h 273"/>
                <a:gd name="T42" fmla="*/ 18 w 362"/>
                <a:gd name="T43" fmla="*/ 18 h 273"/>
                <a:gd name="T44" fmla="*/ 5 w 362"/>
                <a:gd name="T45" fmla="*/ 38 h 273"/>
                <a:gd name="T46" fmla="*/ 1 w 362"/>
                <a:gd name="T47" fmla="*/ 49 h 273"/>
                <a:gd name="T48" fmla="*/ 0 w 362"/>
                <a:gd name="T49" fmla="*/ 61 h 273"/>
                <a:gd name="T50" fmla="*/ 362 w 362"/>
                <a:gd name="T51" fmla="*/ 273 h 273"/>
                <a:gd name="T52" fmla="*/ 362 w 362"/>
                <a:gd name="T53" fmla="*/ 55 h 273"/>
                <a:gd name="T54" fmla="*/ 360 w 362"/>
                <a:gd name="T55" fmla="*/ 44 h 273"/>
                <a:gd name="T56" fmla="*/ 352 w 362"/>
                <a:gd name="T57" fmla="*/ 27 h 273"/>
                <a:gd name="T58" fmla="*/ 340 w 362"/>
                <a:gd name="T59" fmla="*/ 15 h 273"/>
                <a:gd name="T60" fmla="*/ 328 w 362"/>
                <a:gd name="T61" fmla="*/ 7 h 273"/>
                <a:gd name="T62" fmla="*/ 311 w 362"/>
                <a:gd name="T63" fmla="*/ 2 h 273"/>
                <a:gd name="T64" fmla="*/ 121 w 362"/>
                <a:gd name="T6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2" h="273">
                  <a:moveTo>
                    <a:pt x="302" y="76"/>
                  </a:moveTo>
                  <a:lnTo>
                    <a:pt x="302" y="227"/>
                  </a:lnTo>
                  <a:lnTo>
                    <a:pt x="301" y="231"/>
                  </a:lnTo>
                  <a:lnTo>
                    <a:pt x="301" y="233"/>
                  </a:lnTo>
                  <a:lnTo>
                    <a:pt x="299" y="235"/>
                  </a:lnTo>
                  <a:lnTo>
                    <a:pt x="298" y="237"/>
                  </a:lnTo>
                  <a:lnTo>
                    <a:pt x="296" y="239"/>
                  </a:lnTo>
                  <a:lnTo>
                    <a:pt x="292" y="241"/>
                  </a:lnTo>
                  <a:lnTo>
                    <a:pt x="290" y="242"/>
                  </a:lnTo>
                  <a:lnTo>
                    <a:pt x="287" y="242"/>
                  </a:lnTo>
                  <a:lnTo>
                    <a:pt x="75" y="242"/>
                  </a:lnTo>
                  <a:lnTo>
                    <a:pt x="72" y="242"/>
                  </a:lnTo>
                  <a:lnTo>
                    <a:pt x="70" y="241"/>
                  </a:lnTo>
                  <a:lnTo>
                    <a:pt x="67" y="239"/>
                  </a:lnTo>
                  <a:lnTo>
                    <a:pt x="64" y="237"/>
                  </a:lnTo>
                  <a:lnTo>
                    <a:pt x="63" y="235"/>
                  </a:lnTo>
                  <a:lnTo>
                    <a:pt x="61" y="233"/>
                  </a:lnTo>
                  <a:lnTo>
                    <a:pt x="61" y="231"/>
                  </a:lnTo>
                  <a:lnTo>
                    <a:pt x="60" y="227"/>
                  </a:lnTo>
                  <a:lnTo>
                    <a:pt x="60" y="76"/>
                  </a:lnTo>
                  <a:lnTo>
                    <a:pt x="61" y="73"/>
                  </a:lnTo>
                  <a:lnTo>
                    <a:pt x="61" y="70"/>
                  </a:lnTo>
                  <a:lnTo>
                    <a:pt x="63" y="68"/>
                  </a:lnTo>
                  <a:lnTo>
                    <a:pt x="64" y="66"/>
                  </a:lnTo>
                  <a:lnTo>
                    <a:pt x="67" y="64"/>
                  </a:lnTo>
                  <a:lnTo>
                    <a:pt x="70" y="62"/>
                  </a:lnTo>
                  <a:lnTo>
                    <a:pt x="72" y="61"/>
                  </a:lnTo>
                  <a:lnTo>
                    <a:pt x="75" y="61"/>
                  </a:lnTo>
                  <a:lnTo>
                    <a:pt x="287" y="61"/>
                  </a:lnTo>
                  <a:lnTo>
                    <a:pt x="290" y="61"/>
                  </a:lnTo>
                  <a:lnTo>
                    <a:pt x="292" y="62"/>
                  </a:lnTo>
                  <a:lnTo>
                    <a:pt x="296" y="64"/>
                  </a:lnTo>
                  <a:lnTo>
                    <a:pt x="298" y="66"/>
                  </a:lnTo>
                  <a:lnTo>
                    <a:pt x="299" y="68"/>
                  </a:lnTo>
                  <a:lnTo>
                    <a:pt x="301" y="70"/>
                  </a:lnTo>
                  <a:lnTo>
                    <a:pt x="301" y="73"/>
                  </a:lnTo>
                  <a:lnTo>
                    <a:pt x="302" y="76"/>
                  </a:lnTo>
                  <a:close/>
                  <a:moveTo>
                    <a:pt x="60" y="0"/>
                  </a:moveTo>
                  <a:lnTo>
                    <a:pt x="51" y="2"/>
                  </a:lnTo>
                  <a:lnTo>
                    <a:pt x="42" y="4"/>
                  </a:lnTo>
                  <a:lnTo>
                    <a:pt x="35" y="7"/>
                  </a:lnTo>
                  <a:lnTo>
                    <a:pt x="27" y="12"/>
                  </a:lnTo>
                  <a:lnTo>
                    <a:pt x="22" y="15"/>
                  </a:lnTo>
                  <a:lnTo>
                    <a:pt x="18" y="18"/>
                  </a:lnTo>
                  <a:lnTo>
                    <a:pt x="10" y="27"/>
                  </a:lnTo>
                  <a:lnTo>
                    <a:pt x="5" y="38"/>
                  </a:lnTo>
                  <a:lnTo>
                    <a:pt x="2" y="44"/>
                  </a:lnTo>
                  <a:lnTo>
                    <a:pt x="1" y="49"/>
                  </a:lnTo>
                  <a:lnTo>
                    <a:pt x="0" y="55"/>
                  </a:lnTo>
                  <a:lnTo>
                    <a:pt x="0" y="61"/>
                  </a:lnTo>
                  <a:lnTo>
                    <a:pt x="0" y="273"/>
                  </a:lnTo>
                  <a:lnTo>
                    <a:pt x="362" y="273"/>
                  </a:lnTo>
                  <a:lnTo>
                    <a:pt x="362" y="61"/>
                  </a:lnTo>
                  <a:lnTo>
                    <a:pt x="362" y="55"/>
                  </a:lnTo>
                  <a:lnTo>
                    <a:pt x="361" y="49"/>
                  </a:lnTo>
                  <a:lnTo>
                    <a:pt x="360" y="44"/>
                  </a:lnTo>
                  <a:lnTo>
                    <a:pt x="358" y="38"/>
                  </a:lnTo>
                  <a:lnTo>
                    <a:pt x="352" y="27"/>
                  </a:lnTo>
                  <a:lnTo>
                    <a:pt x="344" y="18"/>
                  </a:lnTo>
                  <a:lnTo>
                    <a:pt x="340" y="15"/>
                  </a:lnTo>
                  <a:lnTo>
                    <a:pt x="335" y="12"/>
                  </a:lnTo>
                  <a:lnTo>
                    <a:pt x="328" y="7"/>
                  </a:lnTo>
                  <a:lnTo>
                    <a:pt x="320" y="4"/>
                  </a:lnTo>
                  <a:lnTo>
                    <a:pt x="311" y="2"/>
                  </a:lnTo>
                  <a:lnTo>
                    <a:pt x="302" y="0"/>
                  </a:lnTo>
                  <a:lnTo>
                    <a:pt x="121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90" name="Figura a mano libera 1634">
              <a:extLst>
                <a:ext uri="{FF2B5EF4-FFF2-40B4-BE49-F238E27FC236}">
                  <a16:creationId xmlns:a16="http://schemas.microsoft.com/office/drawing/2014/main" id="{2C93C243-2B14-4681-B84A-CD4AAEC1D3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325" y="5253038"/>
              <a:ext cx="115888" cy="87313"/>
            </a:xfrm>
            <a:custGeom>
              <a:avLst/>
              <a:gdLst>
                <a:gd name="T0" fmla="*/ 302 w 363"/>
                <a:gd name="T1" fmla="*/ 231 h 273"/>
                <a:gd name="T2" fmla="*/ 300 w 363"/>
                <a:gd name="T3" fmla="*/ 235 h 273"/>
                <a:gd name="T4" fmla="*/ 295 w 363"/>
                <a:gd name="T5" fmla="*/ 239 h 273"/>
                <a:gd name="T6" fmla="*/ 290 w 363"/>
                <a:gd name="T7" fmla="*/ 242 h 273"/>
                <a:gd name="T8" fmla="*/ 75 w 363"/>
                <a:gd name="T9" fmla="*/ 242 h 273"/>
                <a:gd name="T10" fmla="*/ 70 w 363"/>
                <a:gd name="T11" fmla="*/ 241 h 273"/>
                <a:gd name="T12" fmla="*/ 65 w 363"/>
                <a:gd name="T13" fmla="*/ 237 h 273"/>
                <a:gd name="T14" fmla="*/ 62 w 363"/>
                <a:gd name="T15" fmla="*/ 233 h 273"/>
                <a:gd name="T16" fmla="*/ 61 w 363"/>
                <a:gd name="T17" fmla="*/ 227 h 273"/>
                <a:gd name="T18" fmla="*/ 61 w 363"/>
                <a:gd name="T19" fmla="*/ 73 h 273"/>
                <a:gd name="T20" fmla="*/ 63 w 363"/>
                <a:gd name="T21" fmla="*/ 68 h 273"/>
                <a:gd name="T22" fmla="*/ 67 w 363"/>
                <a:gd name="T23" fmla="*/ 64 h 273"/>
                <a:gd name="T24" fmla="*/ 73 w 363"/>
                <a:gd name="T25" fmla="*/ 61 h 273"/>
                <a:gd name="T26" fmla="*/ 286 w 363"/>
                <a:gd name="T27" fmla="*/ 61 h 273"/>
                <a:gd name="T28" fmla="*/ 293 w 363"/>
                <a:gd name="T29" fmla="*/ 62 h 273"/>
                <a:gd name="T30" fmla="*/ 297 w 363"/>
                <a:gd name="T31" fmla="*/ 66 h 273"/>
                <a:gd name="T32" fmla="*/ 301 w 363"/>
                <a:gd name="T33" fmla="*/ 70 h 273"/>
                <a:gd name="T34" fmla="*/ 302 w 363"/>
                <a:gd name="T35" fmla="*/ 76 h 273"/>
                <a:gd name="T36" fmla="*/ 363 w 363"/>
                <a:gd name="T37" fmla="*/ 61 h 273"/>
                <a:gd name="T38" fmla="*/ 362 w 363"/>
                <a:gd name="T39" fmla="*/ 49 h 273"/>
                <a:gd name="T40" fmla="*/ 357 w 363"/>
                <a:gd name="T41" fmla="*/ 38 h 273"/>
                <a:gd name="T42" fmla="*/ 345 w 363"/>
                <a:gd name="T43" fmla="*/ 18 h 273"/>
                <a:gd name="T44" fmla="*/ 336 w 363"/>
                <a:gd name="T45" fmla="*/ 12 h 273"/>
                <a:gd name="T46" fmla="*/ 320 w 363"/>
                <a:gd name="T47" fmla="*/ 4 h 273"/>
                <a:gd name="T48" fmla="*/ 302 w 363"/>
                <a:gd name="T49" fmla="*/ 0 h 273"/>
                <a:gd name="T50" fmla="*/ 61 w 363"/>
                <a:gd name="T51" fmla="*/ 0 h 273"/>
                <a:gd name="T52" fmla="*/ 43 w 363"/>
                <a:gd name="T53" fmla="*/ 4 h 273"/>
                <a:gd name="T54" fmla="*/ 26 w 363"/>
                <a:gd name="T55" fmla="*/ 12 h 273"/>
                <a:gd name="T56" fmla="*/ 18 w 363"/>
                <a:gd name="T57" fmla="*/ 18 h 273"/>
                <a:gd name="T58" fmla="*/ 5 w 363"/>
                <a:gd name="T59" fmla="*/ 38 h 273"/>
                <a:gd name="T60" fmla="*/ 1 w 363"/>
                <a:gd name="T61" fmla="*/ 49 h 273"/>
                <a:gd name="T62" fmla="*/ 0 w 363"/>
                <a:gd name="T63" fmla="*/ 61 h 273"/>
                <a:gd name="T64" fmla="*/ 363 w 363"/>
                <a:gd name="T6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3" h="273">
                  <a:moveTo>
                    <a:pt x="302" y="227"/>
                  </a:moveTo>
                  <a:lnTo>
                    <a:pt x="302" y="231"/>
                  </a:lnTo>
                  <a:lnTo>
                    <a:pt x="301" y="233"/>
                  </a:lnTo>
                  <a:lnTo>
                    <a:pt x="300" y="235"/>
                  </a:lnTo>
                  <a:lnTo>
                    <a:pt x="297" y="237"/>
                  </a:lnTo>
                  <a:lnTo>
                    <a:pt x="295" y="239"/>
                  </a:lnTo>
                  <a:lnTo>
                    <a:pt x="293" y="241"/>
                  </a:lnTo>
                  <a:lnTo>
                    <a:pt x="290" y="242"/>
                  </a:lnTo>
                  <a:lnTo>
                    <a:pt x="286" y="242"/>
                  </a:lnTo>
                  <a:lnTo>
                    <a:pt x="75" y="242"/>
                  </a:lnTo>
                  <a:lnTo>
                    <a:pt x="73" y="242"/>
                  </a:lnTo>
                  <a:lnTo>
                    <a:pt x="70" y="241"/>
                  </a:lnTo>
                  <a:lnTo>
                    <a:pt x="67" y="239"/>
                  </a:lnTo>
                  <a:lnTo>
                    <a:pt x="65" y="237"/>
                  </a:lnTo>
                  <a:lnTo>
                    <a:pt x="63" y="235"/>
                  </a:lnTo>
                  <a:lnTo>
                    <a:pt x="62" y="233"/>
                  </a:lnTo>
                  <a:lnTo>
                    <a:pt x="61" y="231"/>
                  </a:lnTo>
                  <a:lnTo>
                    <a:pt x="61" y="227"/>
                  </a:lnTo>
                  <a:lnTo>
                    <a:pt x="61" y="76"/>
                  </a:lnTo>
                  <a:lnTo>
                    <a:pt x="61" y="73"/>
                  </a:lnTo>
                  <a:lnTo>
                    <a:pt x="62" y="70"/>
                  </a:lnTo>
                  <a:lnTo>
                    <a:pt x="63" y="68"/>
                  </a:lnTo>
                  <a:lnTo>
                    <a:pt x="65" y="66"/>
                  </a:lnTo>
                  <a:lnTo>
                    <a:pt x="67" y="64"/>
                  </a:lnTo>
                  <a:lnTo>
                    <a:pt x="70" y="62"/>
                  </a:lnTo>
                  <a:lnTo>
                    <a:pt x="73" y="61"/>
                  </a:lnTo>
                  <a:lnTo>
                    <a:pt x="75" y="61"/>
                  </a:lnTo>
                  <a:lnTo>
                    <a:pt x="286" y="61"/>
                  </a:lnTo>
                  <a:lnTo>
                    <a:pt x="290" y="61"/>
                  </a:lnTo>
                  <a:lnTo>
                    <a:pt x="293" y="62"/>
                  </a:lnTo>
                  <a:lnTo>
                    <a:pt x="295" y="64"/>
                  </a:lnTo>
                  <a:lnTo>
                    <a:pt x="297" y="66"/>
                  </a:lnTo>
                  <a:lnTo>
                    <a:pt x="300" y="68"/>
                  </a:lnTo>
                  <a:lnTo>
                    <a:pt x="301" y="70"/>
                  </a:lnTo>
                  <a:lnTo>
                    <a:pt x="302" y="73"/>
                  </a:lnTo>
                  <a:lnTo>
                    <a:pt x="302" y="76"/>
                  </a:lnTo>
                  <a:lnTo>
                    <a:pt x="302" y="227"/>
                  </a:lnTo>
                  <a:close/>
                  <a:moveTo>
                    <a:pt x="363" y="61"/>
                  </a:moveTo>
                  <a:lnTo>
                    <a:pt x="362" y="55"/>
                  </a:lnTo>
                  <a:lnTo>
                    <a:pt x="362" y="49"/>
                  </a:lnTo>
                  <a:lnTo>
                    <a:pt x="359" y="44"/>
                  </a:lnTo>
                  <a:lnTo>
                    <a:pt x="357" y="38"/>
                  </a:lnTo>
                  <a:lnTo>
                    <a:pt x="352" y="27"/>
                  </a:lnTo>
                  <a:lnTo>
                    <a:pt x="345" y="18"/>
                  </a:lnTo>
                  <a:lnTo>
                    <a:pt x="341" y="15"/>
                  </a:lnTo>
                  <a:lnTo>
                    <a:pt x="336" y="12"/>
                  </a:lnTo>
                  <a:lnTo>
                    <a:pt x="328" y="7"/>
                  </a:lnTo>
                  <a:lnTo>
                    <a:pt x="320" y="4"/>
                  </a:lnTo>
                  <a:lnTo>
                    <a:pt x="311" y="2"/>
                  </a:lnTo>
                  <a:lnTo>
                    <a:pt x="302" y="0"/>
                  </a:lnTo>
                  <a:lnTo>
                    <a:pt x="242" y="0"/>
                  </a:lnTo>
                  <a:lnTo>
                    <a:pt x="61" y="0"/>
                  </a:lnTo>
                  <a:lnTo>
                    <a:pt x="52" y="2"/>
                  </a:lnTo>
                  <a:lnTo>
                    <a:pt x="43" y="4"/>
                  </a:lnTo>
                  <a:lnTo>
                    <a:pt x="34" y="7"/>
                  </a:lnTo>
                  <a:lnTo>
                    <a:pt x="26" y="12"/>
                  </a:lnTo>
                  <a:lnTo>
                    <a:pt x="22" y="15"/>
                  </a:lnTo>
                  <a:lnTo>
                    <a:pt x="18" y="18"/>
                  </a:lnTo>
                  <a:lnTo>
                    <a:pt x="11" y="27"/>
                  </a:lnTo>
                  <a:lnTo>
                    <a:pt x="5" y="38"/>
                  </a:lnTo>
                  <a:lnTo>
                    <a:pt x="3" y="44"/>
                  </a:lnTo>
                  <a:lnTo>
                    <a:pt x="1" y="49"/>
                  </a:lnTo>
                  <a:lnTo>
                    <a:pt x="1" y="55"/>
                  </a:lnTo>
                  <a:lnTo>
                    <a:pt x="0" y="61"/>
                  </a:lnTo>
                  <a:lnTo>
                    <a:pt x="0" y="273"/>
                  </a:lnTo>
                  <a:lnTo>
                    <a:pt x="363" y="273"/>
                  </a:lnTo>
                  <a:lnTo>
                    <a:pt x="36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91" name="Figura a mano libera 1635">
              <a:extLst>
                <a:ext uri="{FF2B5EF4-FFF2-40B4-BE49-F238E27FC236}">
                  <a16:creationId xmlns:a16="http://schemas.microsoft.com/office/drawing/2014/main" id="{220CF904-6E1F-487B-91DB-61DBBB3EE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00" y="5349875"/>
              <a:ext cx="134938" cy="38100"/>
            </a:xfrm>
            <a:custGeom>
              <a:avLst/>
              <a:gdLst>
                <a:gd name="T0" fmla="*/ 420 w 423"/>
                <a:gd name="T1" fmla="*/ 16 h 121"/>
                <a:gd name="T2" fmla="*/ 419 w 423"/>
                <a:gd name="T3" fmla="*/ 10 h 121"/>
                <a:gd name="T4" fmla="*/ 416 w 423"/>
                <a:gd name="T5" fmla="*/ 5 h 121"/>
                <a:gd name="T6" fmla="*/ 416 w 423"/>
                <a:gd name="T7" fmla="*/ 4 h 121"/>
                <a:gd name="T8" fmla="*/ 416 w 423"/>
                <a:gd name="T9" fmla="*/ 4 h 121"/>
                <a:gd name="T10" fmla="*/ 415 w 423"/>
                <a:gd name="T11" fmla="*/ 2 h 121"/>
                <a:gd name="T12" fmla="*/ 414 w 423"/>
                <a:gd name="T13" fmla="*/ 0 h 121"/>
                <a:gd name="T14" fmla="*/ 9 w 423"/>
                <a:gd name="T15" fmla="*/ 0 h 121"/>
                <a:gd name="T16" fmla="*/ 8 w 423"/>
                <a:gd name="T17" fmla="*/ 2 h 121"/>
                <a:gd name="T18" fmla="*/ 7 w 423"/>
                <a:gd name="T19" fmla="*/ 4 h 121"/>
                <a:gd name="T20" fmla="*/ 7 w 423"/>
                <a:gd name="T21" fmla="*/ 4 h 121"/>
                <a:gd name="T22" fmla="*/ 7 w 423"/>
                <a:gd name="T23" fmla="*/ 5 h 121"/>
                <a:gd name="T24" fmla="*/ 3 w 423"/>
                <a:gd name="T25" fmla="*/ 10 h 121"/>
                <a:gd name="T26" fmla="*/ 2 w 423"/>
                <a:gd name="T27" fmla="*/ 17 h 121"/>
                <a:gd name="T28" fmla="*/ 2 w 423"/>
                <a:gd name="T29" fmla="*/ 17 h 121"/>
                <a:gd name="T30" fmla="*/ 1 w 423"/>
                <a:gd name="T31" fmla="*/ 18 h 121"/>
                <a:gd name="T32" fmla="*/ 0 w 423"/>
                <a:gd name="T33" fmla="*/ 24 h 121"/>
                <a:gd name="T34" fmla="*/ 0 w 423"/>
                <a:gd name="T35" fmla="*/ 30 h 121"/>
                <a:gd name="T36" fmla="*/ 0 w 423"/>
                <a:gd name="T37" fmla="*/ 107 h 121"/>
                <a:gd name="T38" fmla="*/ 0 w 423"/>
                <a:gd name="T39" fmla="*/ 109 h 121"/>
                <a:gd name="T40" fmla="*/ 1 w 423"/>
                <a:gd name="T41" fmla="*/ 112 h 121"/>
                <a:gd name="T42" fmla="*/ 2 w 423"/>
                <a:gd name="T43" fmla="*/ 114 h 121"/>
                <a:gd name="T44" fmla="*/ 4 w 423"/>
                <a:gd name="T45" fmla="*/ 117 h 121"/>
                <a:gd name="T46" fmla="*/ 7 w 423"/>
                <a:gd name="T47" fmla="*/ 119 h 121"/>
                <a:gd name="T48" fmla="*/ 9 w 423"/>
                <a:gd name="T49" fmla="*/ 120 h 121"/>
                <a:gd name="T50" fmla="*/ 12 w 423"/>
                <a:gd name="T51" fmla="*/ 121 h 121"/>
                <a:gd name="T52" fmla="*/ 15 w 423"/>
                <a:gd name="T53" fmla="*/ 121 h 121"/>
                <a:gd name="T54" fmla="*/ 407 w 423"/>
                <a:gd name="T55" fmla="*/ 121 h 121"/>
                <a:gd name="T56" fmla="*/ 410 w 423"/>
                <a:gd name="T57" fmla="*/ 121 h 121"/>
                <a:gd name="T58" fmla="*/ 414 w 423"/>
                <a:gd name="T59" fmla="*/ 120 h 121"/>
                <a:gd name="T60" fmla="*/ 416 w 423"/>
                <a:gd name="T61" fmla="*/ 119 h 121"/>
                <a:gd name="T62" fmla="*/ 418 w 423"/>
                <a:gd name="T63" fmla="*/ 117 h 121"/>
                <a:gd name="T64" fmla="*/ 420 w 423"/>
                <a:gd name="T65" fmla="*/ 114 h 121"/>
                <a:gd name="T66" fmla="*/ 421 w 423"/>
                <a:gd name="T67" fmla="*/ 112 h 121"/>
                <a:gd name="T68" fmla="*/ 423 w 423"/>
                <a:gd name="T69" fmla="*/ 109 h 121"/>
                <a:gd name="T70" fmla="*/ 423 w 423"/>
                <a:gd name="T71" fmla="*/ 107 h 121"/>
                <a:gd name="T72" fmla="*/ 423 w 423"/>
                <a:gd name="T73" fmla="*/ 30 h 121"/>
                <a:gd name="T74" fmla="*/ 423 w 423"/>
                <a:gd name="T75" fmla="*/ 24 h 121"/>
                <a:gd name="T76" fmla="*/ 421 w 423"/>
                <a:gd name="T77" fmla="*/ 18 h 121"/>
                <a:gd name="T78" fmla="*/ 420 w 423"/>
                <a:gd name="T79" fmla="*/ 17 h 121"/>
                <a:gd name="T80" fmla="*/ 420 w 423"/>
                <a:gd name="T81" fmla="*/ 1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23" h="121">
                  <a:moveTo>
                    <a:pt x="420" y="16"/>
                  </a:moveTo>
                  <a:lnTo>
                    <a:pt x="419" y="10"/>
                  </a:lnTo>
                  <a:lnTo>
                    <a:pt x="416" y="5"/>
                  </a:lnTo>
                  <a:lnTo>
                    <a:pt x="416" y="4"/>
                  </a:lnTo>
                  <a:lnTo>
                    <a:pt x="416" y="4"/>
                  </a:lnTo>
                  <a:lnTo>
                    <a:pt x="415" y="2"/>
                  </a:lnTo>
                  <a:lnTo>
                    <a:pt x="414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3" y="1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1" y="18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0" y="107"/>
                  </a:lnTo>
                  <a:lnTo>
                    <a:pt x="0" y="109"/>
                  </a:lnTo>
                  <a:lnTo>
                    <a:pt x="1" y="112"/>
                  </a:lnTo>
                  <a:lnTo>
                    <a:pt x="2" y="114"/>
                  </a:lnTo>
                  <a:lnTo>
                    <a:pt x="4" y="117"/>
                  </a:lnTo>
                  <a:lnTo>
                    <a:pt x="7" y="119"/>
                  </a:lnTo>
                  <a:lnTo>
                    <a:pt x="9" y="120"/>
                  </a:lnTo>
                  <a:lnTo>
                    <a:pt x="12" y="121"/>
                  </a:lnTo>
                  <a:lnTo>
                    <a:pt x="15" y="121"/>
                  </a:lnTo>
                  <a:lnTo>
                    <a:pt x="407" y="121"/>
                  </a:lnTo>
                  <a:lnTo>
                    <a:pt x="410" y="121"/>
                  </a:lnTo>
                  <a:lnTo>
                    <a:pt x="414" y="120"/>
                  </a:lnTo>
                  <a:lnTo>
                    <a:pt x="416" y="119"/>
                  </a:lnTo>
                  <a:lnTo>
                    <a:pt x="418" y="117"/>
                  </a:lnTo>
                  <a:lnTo>
                    <a:pt x="420" y="114"/>
                  </a:lnTo>
                  <a:lnTo>
                    <a:pt x="421" y="112"/>
                  </a:lnTo>
                  <a:lnTo>
                    <a:pt x="423" y="109"/>
                  </a:lnTo>
                  <a:lnTo>
                    <a:pt x="423" y="107"/>
                  </a:lnTo>
                  <a:lnTo>
                    <a:pt x="423" y="30"/>
                  </a:lnTo>
                  <a:lnTo>
                    <a:pt x="423" y="24"/>
                  </a:lnTo>
                  <a:lnTo>
                    <a:pt x="421" y="18"/>
                  </a:lnTo>
                  <a:lnTo>
                    <a:pt x="420" y="17"/>
                  </a:lnTo>
                  <a:lnTo>
                    <a:pt x="42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grpSp>
        <p:nvGrpSpPr>
          <p:cNvPr id="92" name="Gruppo 91" descr="Icona di quattro quadrati.">
            <a:extLst>
              <a:ext uri="{FF2B5EF4-FFF2-40B4-BE49-F238E27FC236}">
                <a16:creationId xmlns:a16="http://schemas.microsoft.com/office/drawing/2014/main" id="{268D639A-62F0-4F2B-B632-5A45CD6DD13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5420916" y="1368977"/>
            <a:ext cx="287338" cy="285750"/>
            <a:chOff x="4900613" y="3937000"/>
            <a:chExt cx="287338" cy="285750"/>
          </a:xfrm>
          <a:solidFill>
            <a:schemeClr val="bg1"/>
          </a:solidFill>
        </p:grpSpPr>
        <p:sp>
          <p:nvSpPr>
            <p:cNvPr id="93" name="Figura a mano libera 4743">
              <a:extLst>
                <a:ext uri="{FF2B5EF4-FFF2-40B4-BE49-F238E27FC236}">
                  <a16:creationId xmlns:a16="http://schemas.microsoft.com/office/drawing/2014/main" id="{A654CD2F-871A-4BFA-805D-636E7B505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3937000"/>
              <a:ext cx="133350" cy="38100"/>
            </a:xfrm>
            <a:custGeom>
              <a:avLst/>
              <a:gdLst>
                <a:gd name="T0" fmla="*/ 346 w 421"/>
                <a:gd name="T1" fmla="*/ 0 h 120"/>
                <a:gd name="T2" fmla="*/ 76 w 421"/>
                <a:gd name="T3" fmla="*/ 0 h 120"/>
                <a:gd name="T4" fmla="*/ 68 w 421"/>
                <a:gd name="T5" fmla="*/ 1 h 120"/>
                <a:gd name="T6" fmla="*/ 61 w 421"/>
                <a:gd name="T7" fmla="*/ 2 h 120"/>
                <a:gd name="T8" fmla="*/ 53 w 421"/>
                <a:gd name="T9" fmla="*/ 3 h 120"/>
                <a:gd name="T10" fmla="*/ 46 w 421"/>
                <a:gd name="T11" fmla="*/ 5 h 120"/>
                <a:gd name="T12" fmla="*/ 40 w 421"/>
                <a:gd name="T13" fmla="*/ 9 h 120"/>
                <a:gd name="T14" fmla="*/ 33 w 421"/>
                <a:gd name="T15" fmla="*/ 12 h 120"/>
                <a:gd name="T16" fmla="*/ 27 w 421"/>
                <a:gd name="T17" fmla="*/ 17 h 120"/>
                <a:gd name="T18" fmla="*/ 22 w 421"/>
                <a:gd name="T19" fmla="*/ 22 h 120"/>
                <a:gd name="T20" fmla="*/ 18 w 421"/>
                <a:gd name="T21" fmla="*/ 27 h 120"/>
                <a:gd name="T22" fmla="*/ 13 w 421"/>
                <a:gd name="T23" fmla="*/ 33 h 120"/>
                <a:gd name="T24" fmla="*/ 10 w 421"/>
                <a:gd name="T25" fmla="*/ 39 h 120"/>
                <a:gd name="T26" fmla="*/ 6 w 421"/>
                <a:gd name="T27" fmla="*/ 46 h 120"/>
                <a:gd name="T28" fmla="*/ 4 w 421"/>
                <a:gd name="T29" fmla="*/ 53 h 120"/>
                <a:gd name="T30" fmla="*/ 2 w 421"/>
                <a:gd name="T31" fmla="*/ 60 h 120"/>
                <a:gd name="T32" fmla="*/ 0 w 421"/>
                <a:gd name="T33" fmla="*/ 67 h 120"/>
                <a:gd name="T34" fmla="*/ 0 w 421"/>
                <a:gd name="T35" fmla="*/ 75 h 120"/>
                <a:gd name="T36" fmla="*/ 0 w 421"/>
                <a:gd name="T37" fmla="*/ 120 h 120"/>
                <a:gd name="T38" fmla="*/ 421 w 421"/>
                <a:gd name="T39" fmla="*/ 120 h 120"/>
                <a:gd name="T40" fmla="*/ 421 w 421"/>
                <a:gd name="T41" fmla="*/ 75 h 120"/>
                <a:gd name="T42" fmla="*/ 421 w 421"/>
                <a:gd name="T43" fmla="*/ 67 h 120"/>
                <a:gd name="T44" fmla="*/ 420 w 421"/>
                <a:gd name="T45" fmla="*/ 60 h 120"/>
                <a:gd name="T46" fmla="*/ 417 w 421"/>
                <a:gd name="T47" fmla="*/ 53 h 120"/>
                <a:gd name="T48" fmla="*/ 415 w 421"/>
                <a:gd name="T49" fmla="*/ 46 h 120"/>
                <a:gd name="T50" fmla="*/ 412 w 421"/>
                <a:gd name="T51" fmla="*/ 39 h 120"/>
                <a:gd name="T52" fmla="*/ 408 w 421"/>
                <a:gd name="T53" fmla="*/ 33 h 120"/>
                <a:gd name="T54" fmla="*/ 403 w 421"/>
                <a:gd name="T55" fmla="*/ 27 h 120"/>
                <a:gd name="T56" fmla="*/ 399 w 421"/>
                <a:gd name="T57" fmla="*/ 22 h 120"/>
                <a:gd name="T58" fmla="*/ 393 w 421"/>
                <a:gd name="T59" fmla="*/ 17 h 120"/>
                <a:gd name="T60" fmla="*/ 387 w 421"/>
                <a:gd name="T61" fmla="*/ 12 h 120"/>
                <a:gd name="T62" fmla="*/ 381 w 421"/>
                <a:gd name="T63" fmla="*/ 9 h 120"/>
                <a:gd name="T64" fmla="*/ 375 w 421"/>
                <a:gd name="T65" fmla="*/ 5 h 120"/>
                <a:gd name="T66" fmla="*/ 368 w 421"/>
                <a:gd name="T67" fmla="*/ 3 h 120"/>
                <a:gd name="T68" fmla="*/ 361 w 421"/>
                <a:gd name="T69" fmla="*/ 2 h 120"/>
                <a:gd name="T70" fmla="*/ 354 w 421"/>
                <a:gd name="T71" fmla="*/ 1 h 120"/>
                <a:gd name="T72" fmla="*/ 346 w 421"/>
                <a:gd name="T73" fmla="*/ 0 h 120"/>
                <a:gd name="T74" fmla="*/ 346 w 421"/>
                <a:gd name="T7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1" h="120">
                  <a:moveTo>
                    <a:pt x="346" y="0"/>
                  </a:moveTo>
                  <a:lnTo>
                    <a:pt x="76" y="0"/>
                  </a:lnTo>
                  <a:lnTo>
                    <a:pt x="68" y="1"/>
                  </a:lnTo>
                  <a:lnTo>
                    <a:pt x="61" y="2"/>
                  </a:lnTo>
                  <a:lnTo>
                    <a:pt x="53" y="3"/>
                  </a:lnTo>
                  <a:lnTo>
                    <a:pt x="46" y="5"/>
                  </a:lnTo>
                  <a:lnTo>
                    <a:pt x="40" y="9"/>
                  </a:lnTo>
                  <a:lnTo>
                    <a:pt x="33" y="12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8" y="27"/>
                  </a:lnTo>
                  <a:lnTo>
                    <a:pt x="13" y="33"/>
                  </a:lnTo>
                  <a:lnTo>
                    <a:pt x="10" y="39"/>
                  </a:lnTo>
                  <a:lnTo>
                    <a:pt x="6" y="46"/>
                  </a:lnTo>
                  <a:lnTo>
                    <a:pt x="4" y="53"/>
                  </a:lnTo>
                  <a:lnTo>
                    <a:pt x="2" y="60"/>
                  </a:lnTo>
                  <a:lnTo>
                    <a:pt x="0" y="67"/>
                  </a:lnTo>
                  <a:lnTo>
                    <a:pt x="0" y="75"/>
                  </a:lnTo>
                  <a:lnTo>
                    <a:pt x="0" y="120"/>
                  </a:lnTo>
                  <a:lnTo>
                    <a:pt x="421" y="120"/>
                  </a:lnTo>
                  <a:lnTo>
                    <a:pt x="421" y="75"/>
                  </a:lnTo>
                  <a:lnTo>
                    <a:pt x="421" y="67"/>
                  </a:lnTo>
                  <a:lnTo>
                    <a:pt x="420" y="60"/>
                  </a:lnTo>
                  <a:lnTo>
                    <a:pt x="417" y="53"/>
                  </a:lnTo>
                  <a:lnTo>
                    <a:pt x="415" y="46"/>
                  </a:lnTo>
                  <a:lnTo>
                    <a:pt x="412" y="39"/>
                  </a:lnTo>
                  <a:lnTo>
                    <a:pt x="408" y="33"/>
                  </a:lnTo>
                  <a:lnTo>
                    <a:pt x="403" y="27"/>
                  </a:lnTo>
                  <a:lnTo>
                    <a:pt x="399" y="22"/>
                  </a:lnTo>
                  <a:lnTo>
                    <a:pt x="393" y="17"/>
                  </a:lnTo>
                  <a:lnTo>
                    <a:pt x="387" y="12"/>
                  </a:lnTo>
                  <a:lnTo>
                    <a:pt x="381" y="9"/>
                  </a:lnTo>
                  <a:lnTo>
                    <a:pt x="375" y="5"/>
                  </a:lnTo>
                  <a:lnTo>
                    <a:pt x="368" y="3"/>
                  </a:lnTo>
                  <a:lnTo>
                    <a:pt x="361" y="2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94" name="Figura a mano libera 4744">
              <a:extLst>
                <a:ext uri="{FF2B5EF4-FFF2-40B4-BE49-F238E27FC236}">
                  <a16:creationId xmlns:a16="http://schemas.microsoft.com/office/drawing/2014/main" id="{5A76ECC7-C209-476D-BB16-D2195C8DD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3984625"/>
              <a:ext cx="133350" cy="85725"/>
            </a:xfrm>
            <a:custGeom>
              <a:avLst/>
              <a:gdLst>
                <a:gd name="T0" fmla="*/ 0 w 421"/>
                <a:gd name="T1" fmla="*/ 196 h 270"/>
                <a:gd name="T2" fmla="*/ 0 w 421"/>
                <a:gd name="T3" fmla="*/ 203 h 270"/>
                <a:gd name="T4" fmla="*/ 2 w 421"/>
                <a:gd name="T5" fmla="*/ 211 h 270"/>
                <a:gd name="T6" fmla="*/ 4 w 421"/>
                <a:gd name="T7" fmla="*/ 218 h 270"/>
                <a:gd name="T8" fmla="*/ 6 w 421"/>
                <a:gd name="T9" fmla="*/ 225 h 270"/>
                <a:gd name="T10" fmla="*/ 10 w 421"/>
                <a:gd name="T11" fmla="*/ 231 h 270"/>
                <a:gd name="T12" fmla="*/ 13 w 421"/>
                <a:gd name="T13" fmla="*/ 238 h 270"/>
                <a:gd name="T14" fmla="*/ 18 w 421"/>
                <a:gd name="T15" fmla="*/ 243 h 270"/>
                <a:gd name="T16" fmla="*/ 22 w 421"/>
                <a:gd name="T17" fmla="*/ 248 h 270"/>
                <a:gd name="T18" fmla="*/ 27 w 421"/>
                <a:gd name="T19" fmla="*/ 254 h 270"/>
                <a:gd name="T20" fmla="*/ 33 w 421"/>
                <a:gd name="T21" fmla="*/ 257 h 270"/>
                <a:gd name="T22" fmla="*/ 40 w 421"/>
                <a:gd name="T23" fmla="*/ 262 h 270"/>
                <a:gd name="T24" fmla="*/ 46 w 421"/>
                <a:gd name="T25" fmla="*/ 264 h 270"/>
                <a:gd name="T26" fmla="*/ 53 w 421"/>
                <a:gd name="T27" fmla="*/ 267 h 270"/>
                <a:gd name="T28" fmla="*/ 61 w 421"/>
                <a:gd name="T29" fmla="*/ 269 h 270"/>
                <a:gd name="T30" fmla="*/ 68 w 421"/>
                <a:gd name="T31" fmla="*/ 270 h 270"/>
                <a:gd name="T32" fmla="*/ 76 w 421"/>
                <a:gd name="T33" fmla="*/ 270 h 270"/>
                <a:gd name="T34" fmla="*/ 346 w 421"/>
                <a:gd name="T35" fmla="*/ 270 h 270"/>
                <a:gd name="T36" fmla="*/ 354 w 421"/>
                <a:gd name="T37" fmla="*/ 270 h 270"/>
                <a:gd name="T38" fmla="*/ 361 w 421"/>
                <a:gd name="T39" fmla="*/ 269 h 270"/>
                <a:gd name="T40" fmla="*/ 368 w 421"/>
                <a:gd name="T41" fmla="*/ 267 h 270"/>
                <a:gd name="T42" fmla="*/ 375 w 421"/>
                <a:gd name="T43" fmla="*/ 264 h 270"/>
                <a:gd name="T44" fmla="*/ 381 w 421"/>
                <a:gd name="T45" fmla="*/ 261 h 270"/>
                <a:gd name="T46" fmla="*/ 387 w 421"/>
                <a:gd name="T47" fmla="*/ 257 h 270"/>
                <a:gd name="T48" fmla="*/ 393 w 421"/>
                <a:gd name="T49" fmla="*/ 253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8 h 270"/>
                <a:gd name="T56" fmla="*/ 412 w 421"/>
                <a:gd name="T57" fmla="*/ 231 h 270"/>
                <a:gd name="T58" fmla="*/ 415 w 421"/>
                <a:gd name="T59" fmla="*/ 225 h 270"/>
                <a:gd name="T60" fmla="*/ 417 w 421"/>
                <a:gd name="T61" fmla="*/ 218 h 270"/>
                <a:gd name="T62" fmla="*/ 420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6"/>
                  </a:moveTo>
                  <a:lnTo>
                    <a:pt x="0" y="203"/>
                  </a:lnTo>
                  <a:lnTo>
                    <a:pt x="2" y="211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10" y="231"/>
                  </a:lnTo>
                  <a:lnTo>
                    <a:pt x="13" y="238"/>
                  </a:lnTo>
                  <a:lnTo>
                    <a:pt x="18" y="243"/>
                  </a:lnTo>
                  <a:lnTo>
                    <a:pt x="22" y="248"/>
                  </a:lnTo>
                  <a:lnTo>
                    <a:pt x="27" y="254"/>
                  </a:lnTo>
                  <a:lnTo>
                    <a:pt x="33" y="257"/>
                  </a:lnTo>
                  <a:lnTo>
                    <a:pt x="40" y="262"/>
                  </a:lnTo>
                  <a:lnTo>
                    <a:pt x="46" y="264"/>
                  </a:lnTo>
                  <a:lnTo>
                    <a:pt x="53" y="267"/>
                  </a:lnTo>
                  <a:lnTo>
                    <a:pt x="61" y="269"/>
                  </a:lnTo>
                  <a:lnTo>
                    <a:pt x="68" y="270"/>
                  </a:lnTo>
                  <a:lnTo>
                    <a:pt x="76" y="270"/>
                  </a:lnTo>
                  <a:lnTo>
                    <a:pt x="346" y="270"/>
                  </a:lnTo>
                  <a:lnTo>
                    <a:pt x="354" y="270"/>
                  </a:lnTo>
                  <a:lnTo>
                    <a:pt x="361" y="269"/>
                  </a:lnTo>
                  <a:lnTo>
                    <a:pt x="368" y="267"/>
                  </a:lnTo>
                  <a:lnTo>
                    <a:pt x="375" y="264"/>
                  </a:lnTo>
                  <a:lnTo>
                    <a:pt x="381" y="261"/>
                  </a:lnTo>
                  <a:lnTo>
                    <a:pt x="387" y="257"/>
                  </a:lnTo>
                  <a:lnTo>
                    <a:pt x="393" y="253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8"/>
                  </a:lnTo>
                  <a:lnTo>
                    <a:pt x="412" y="231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20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95" name="Figura a mano libera 4745">
              <a:extLst>
                <a:ext uri="{FF2B5EF4-FFF2-40B4-BE49-F238E27FC236}">
                  <a16:creationId xmlns:a16="http://schemas.microsoft.com/office/drawing/2014/main" id="{842A256B-87AA-4D95-A759-ECE316A17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3937000"/>
              <a:ext cx="134938" cy="38100"/>
            </a:xfrm>
            <a:custGeom>
              <a:avLst/>
              <a:gdLst>
                <a:gd name="T0" fmla="*/ 345 w 421"/>
                <a:gd name="T1" fmla="*/ 0 h 120"/>
                <a:gd name="T2" fmla="*/ 75 w 421"/>
                <a:gd name="T3" fmla="*/ 0 h 120"/>
                <a:gd name="T4" fmla="*/ 67 w 421"/>
                <a:gd name="T5" fmla="*/ 1 h 120"/>
                <a:gd name="T6" fmla="*/ 60 w 421"/>
                <a:gd name="T7" fmla="*/ 2 h 120"/>
                <a:gd name="T8" fmla="*/ 52 w 421"/>
                <a:gd name="T9" fmla="*/ 3 h 120"/>
                <a:gd name="T10" fmla="*/ 45 w 421"/>
                <a:gd name="T11" fmla="*/ 5 h 120"/>
                <a:gd name="T12" fmla="*/ 39 w 421"/>
                <a:gd name="T13" fmla="*/ 9 h 120"/>
                <a:gd name="T14" fmla="*/ 33 w 421"/>
                <a:gd name="T15" fmla="*/ 12 h 120"/>
                <a:gd name="T16" fmla="*/ 27 w 421"/>
                <a:gd name="T17" fmla="*/ 17 h 120"/>
                <a:gd name="T18" fmla="*/ 22 w 421"/>
                <a:gd name="T19" fmla="*/ 22 h 120"/>
                <a:gd name="T20" fmla="*/ 17 w 421"/>
                <a:gd name="T21" fmla="*/ 27 h 120"/>
                <a:gd name="T22" fmla="*/ 13 w 421"/>
                <a:gd name="T23" fmla="*/ 33 h 120"/>
                <a:gd name="T24" fmla="*/ 9 w 421"/>
                <a:gd name="T25" fmla="*/ 39 h 120"/>
                <a:gd name="T26" fmla="*/ 6 w 421"/>
                <a:gd name="T27" fmla="*/ 46 h 120"/>
                <a:gd name="T28" fmla="*/ 4 w 421"/>
                <a:gd name="T29" fmla="*/ 53 h 120"/>
                <a:gd name="T30" fmla="*/ 1 w 421"/>
                <a:gd name="T31" fmla="*/ 60 h 120"/>
                <a:gd name="T32" fmla="*/ 0 w 421"/>
                <a:gd name="T33" fmla="*/ 67 h 120"/>
                <a:gd name="T34" fmla="*/ 0 w 421"/>
                <a:gd name="T35" fmla="*/ 75 h 120"/>
                <a:gd name="T36" fmla="*/ 0 w 421"/>
                <a:gd name="T37" fmla="*/ 120 h 120"/>
                <a:gd name="T38" fmla="*/ 421 w 421"/>
                <a:gd name="T39" fmla="*/ 120 h 120"/>
                <a:gd name="T40" fmla="*/ 421 w 421"/>
                <a:gd name="T41" fmla="*/ 75 h 120"/>
                <a:gd name="T42" fmla="*/ 421 w 421"/>
                <a:gd name="T43" fmla="*/ 67 h 120"/>
                <a:gd name="T44" fmla="*/ 419 w 421"/>
                <a:gd name="T45" fmla="*/ 60 h 120"/>
                <a:gd name="T46" fmla="*/ 417 w 421"/>
                <a:gd name="T47" fmla="*/ 53 h 120"/>
                <a:gd name="T48" fmla="*/ 415 w 421"/>
                <a:gd name="T49" fmla="*/ 46 h 120"/>
                <a:gd name="T50" fmla="*/ 411 w 421"/>
                <a:gd name="T51" fmla="*/ 39 h 120"/>
                <a:gd name="T52" fmla="*/ 408 w 421"/>
                <a:gd name="T53" fmla="*/ 33 h 120"/>
                <a:gd name="T54" fmla="*/ 403 w 421"/>
                <a:gd name="T55" fmla="*/ 27 h 120"/>
                <a:gd name="T56" fmla="*/ 399 w 421"/>
                <a:gd name="T57" fmla="*/ 22 h 120"/>
                <a:gd name="T58" fmla="*/ 393 w 421"/>
                <a:gd name="T59" fmla="*/ 17 h 120"/>
                <a:gd name="T60" fmla="*/ 387 w 421"/>
                <a:gd name="T61" fmla="*/ 12 h 120"/>
                <a:gd name="T62" fmla="*/ 381 w 421"/>
                <a:gd name="T63" fmla="*/ 9 h 120"/>
                <a:gd name="T64" fmla="*/ 374 w 421"/>
                <a:gd name="T65" fmla="*/ 5 h 120"/>
                <a:gd name="T66" fmla="*/ 367 w 421"/>
                <a:gd name="T67" fmla="*/ 3 h 120"/>
                <a:gd name="T68" fmla="*/ 360 w 421"/>
                <a:gd name="T69" fmla="*/ 2 h 120"/>
                <a:gd name="T70" fmla="*/ 353 w 421"/>
                <a:gd name="T71" fmla="*/ 1 h 120"/>
                <a:gd name="T72" fmla="*/ 345 w 421"/>
                <a:gd name="T73" fmla="*/ 0 h 120"/>
                <a:gd name="T74" fmla="*/ 345 w 421"/>
                <a:gd name="T7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1" h="120">
                  <a:moveTo>
                    <a:pt x="345" y="0"/>
                  </a:moveTo>
                  <a:lnTo>
                    <a:pt x="75" y="0"/>
                  </a:lnTo>
                  <a:lnTo>
                    <a:pt x="67" y="1"/>
                  </a:lnTo>
                  <a:lnTo>
                    <a:pt x="60" y="2"/>
                  </a:lnTo>
                  <a:lnTo>
                    <a:pt x="52" y="3"/>
                  </a:lnTo>
                  <a:lnTo>
                    <a:pt x="45" y="5"/>
                  </a:lnTo>
                  <a:lnTo>
                    <a:pt x="39" y="9"/>
                  </a:lnTo>
                  <a:lnTo>
                    <a:pt x="33" y="12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9" y="39"/>
                  </a:lnTo>
                  <a:lnTo>
                    <a:pt x="6" y="46"/>
                  </a:lnTo>
                  <a:lnTo>
                    <a:pt x="4" y="53"/>
                  </a:lnTo>
                  <a:lnTo>
                    <a:pt x="1" y="60"/>
                  </a:lnTo>
                  <a:lnTo>
                    <a:pt x="0" y="67"/>
                  </a:lnTo>
                  <a:lnTo>
                    <a:pt x="0" y="75"/>
                  </a:lnTo>
                  <a:lnTo>
                    <a:pt x="0" y="120"/>
                  </a:lnTo>
                  <a:lnTo>
                    <a:pt x="421" y="120"/>
                  </a:lnTo>
                  <a:lnTo>
                    <a:pt x="421" y="75"/>
                  </a:lnTo>
                  <a:lnTo>
                    <a:pt x="421" y="67"/>
                  </a:lnTo>
                  <a:lnTo>
                    <a:pt x="419" y="60"/>
                  </a:lnTo>
                  <a:lnTo>
                    <a:pt x="417" y="53"/>
                  </a:lnTo>
                  <a:lnTo>
                    <a:pt x="415" y="46"/>
                  </a:lnTo>
                  <a:lnTo>
                    <a:pt x="411" y="39"/>
                  </a:lnTo>
                  <a:lnTo>
                    <a:pt x="408" y="33"/>
                  </a:lnTo>
                  <a:lnTo>
                    <a:pt x="403" y="27"/>
                  </a:lnTo>
                  <a:lnTo>
                    <a:pt x="399" y="22"/>
                  </a:lnTo>
                  <a:lnTo>
                    <a:pt x="393" y="17"/>
                  </a:lnTo>
                  <a:lnTo>
                    <a:pt x="387" y="12"/>
                  </a:lnTo>
                  <a:lnTo>
                    <a:pt x="381" y="9"/>
                  </a:lnTo>
                  <a:lnTo>
                    <a:pt x="374" y="5"/>
                  </a:lnTo>
                  <a:lnTo>
                    <a:pt x="367" y="3"/>
                  </a:lnTo>
                  <a:lnTo>
                    <a:pt x="360" y="2"/>
                  </a:lnTo>
                  <a:lnTo>
                    <a:pt x="353" y="1"/>
                  </a:lnTo>
                  <a:lnTo>
                    <a:pt x="345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96" name="Figura a mano libera 4746">
              <a:extLst>
                <a:ext uri="{FF2B5EF4-FFF2-40B4-BE49-F238E27FC236}">
                  <a16:creationId xmlns:a16="http://schemas.microsoft.com/office/drawing/2014/main" id="{3D60C298-D43E-4861-BEA9-D00241730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3984625"/>
              <a:ext cx="134938" cy="85725"/>
            </a:xfrm>
            <a:custGeom>
              <a:avLst/>
              <a:gdLst>
                <a:gd name="T0" fmla="*/ 0 w 421"/>
                <a:gd name="T1" fmla="*/ 196 h 270"/>
                <a:gd name="T2" fmla="*/ 0 w 421"/>
                <a:gd name="T3" fmla="*/ 203 h 270"/>
                <a:gd name="T4" fmla="*/ 1 w 421"/>
                <a:gd name="T5" fmla="*/ 211 h 270"/>
                <a:gd name="T6" fmla="*/ 4 w 421"/>
                <a:gd name="T7" fmla="*/ 218 h 270"/>
                <a:gd name="T8" fmla="*/ 6 w 421"/>
                <a:gd name="T9" fmla="*/ 225 h 270"/>
                <a:gd name="T10" fmla="*/ 9 w 421"/>
                <a:gd name="T11" fmla="*/ 231 h 270"/>
                <a:gd name="T12" fmla="*/ 13 w 421"/>
                <a:gd name="T13" fmla="*/ 238 h 270"/>
                <a:gd name="T14" fmla="*/ 17 w 421"/>
                <a:gd name="T15" fmla="*/ 243 h 270"/>
                <a:gd name="T16" fmla="*/ 22 w 421"/>
                <a:gd name="T17" fmla="*/ 248 h 270"/>
                <a:gd name="T18" fmla="*/ 27 w 421"/>
                <a:gd name="T19" fmla="*/ 254 h 270"/>
                <a:gd name="T20" fmla="*/ 33 w 421"/>
                <a:gd name="T21" fmla="*/ 257 h 270"/>
                <a:gd name="T22" fmla="*/ 39 w 421"/>
                <a:gd name="T23" fmla="*/ 262 h 270"/>
                <a:gd name="T24" fmla="*/ 45 w 421"/>
                <a:gd name="T25" fmla="*/ 264 h 270"/>
                <a:gd name="T26" fmla="*/ 52 w 421"/>
                <a:gd name="T27" fmla="*/ 267 h 270"/>
                <a:gd name="T28" fmla="*/ 60 w 421"/>
                <a:gd name="T29" fmla="*/ 269 h 270"/>
                <a:gd name="T30" fmla="*/ 67 w 421"/>
                <a:gd name="T31" fmla="*/ 270 h 270"/>
                <a:gd name="T32" fmla="*/ 75 w 421"/>
                <a:gd name="T33" fmla="*/ 270 h 270"/>
                <a:gd name="T34" fmla="*/ 345 w 421"/>
                <a:gd name="T35" fmla="*/ 270 h 270"/>
                <a:gd name="T36" fmla="*/ 353 w 421"/>
                <a:gd name="T37" fmla="*/ 270 h 270"/>
                <a:gd name="T38" fmla="*/ 360 w 421"/>
                <a:gd name="T39" fmla="*/ 269 h 270"/>
                <a:gd name="T40" fmla="*/ 367 w 421"/>
                <a:gd name="T41" fmla="*/ 267 h 270"/>
                <a:gd name="T42" fmla="*/ 374 w 421"/>
                <a:gd name="T43" fmla="*/ 264 h 270"/>
                <a:gd name="T44" fmla="*/ 381 w 421"/>
                <a:gd name="T45" fmla="*/ 261 h 270"/>
                <a:gd name="T46" fmla="*/ 387 w 421"/>
                <a:gd name="T47" fmla="*/ 257 h 270"/>
                <a:gd name="T48" fmla="*/ 393 w 421"/>
                <a:gd name="T49" fmla="*/ 253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8 h 270"/>
                <a:gd name="T56" fmla="*/ 411 w 421"/>
                <a:gd name="T57" fmla="*/ 231 h 270"/>
                <a:gd name="T58" fmla="*/ 415 w 421"/>
                <a:gd name="T59" fmla="*/ 225 h 270"/>
                <a:gd name="T60" fmla="*/ 417 w 421"/>
                <a:gd name="T61" fmla="*/ 218 h 270"/>
                <a:gd name="T62" fmla="*/ 419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6"/>
                  </a:moveTo>
                  <a:lnTo>
                    <a:pt x="0" y="203"/>
                  </a:lnTo>
                  <a:lnTo>
                    <a:pt x="1" y="211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9" y="231"/>
                  </a:lnTo>
                  <a:lnTo>
                    <a:pt x="13" y="238"/>
                  </a:lnTo>
                  <a:lnTo>
                    <a:pt x="17" y="243"/>
                  </a:lnTo>
                  <a:lnTo>
                    <a:pt x="22" y="248"/>
                  </a:lnTo>
                  <a:lnTo>
                    <a:pt x="27" y="254"/>
                  </a:lnTo>
                  <a:lnTo>
                    <a:pt x="33" y="257"/>
                  </a:lnTo>
                  <a:lnTo>
                    <a:pt x="39" y="262"/>
                  </a:lnTo>
                  <a:lnTo>
                    <a:pt x="45" y="264"/>
                  </a:lnTo>
                  <a:lnTo>
                    <a:pt x="52" y="267"/>
                  </a:lnTo>
                  <a:lnTo>
                    <a:pt x="60" y="269"/>
                  </a:lnTo>
                  <a:lnTo>
                    <a:pt x="67" y="270"/>
                  </a:lnTo>
                  <a:lnTo>
                    <a:pt x="75" y="270"/>
                  </a:lnTo>
                  <a:lnTo>
                    <a:pt x="345" y="270"/>
                  </a:lnTo>
                  <a:lnTo>
                    <a:pt x="353" y="270"/>
                  </a:lnTo>
                  <a:lnTo>
                    <a:pt x="360" y="269"/>
                  </a:lnTo>
                  <a:lnTo>
                    <a:pt x="367" y="267"/>
                  </a:lnTo>
                  <a:lnTo>
                    <a:pt x="374" y="264"/>
                  </a:lnTo>
                  <a:lnTo>
                    <a:pt x="381" y="261"/>
                  </a:lnTo>
                  <a:lnTo>
                    <a:pt x="387" y="257"/>
                  </a:lnTo>
                  <a:lnTo>
                    <a:pt x="393" y="253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8"/>
                  </a:lnTo>
                  <a:lnTo>
                    <a:pt x="411" y="231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19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97" name="Figura a mano libera 4747">
              <a:extLst>
                <a:ext uri="{FF2B5EF4-FFF2-40B4-BE49-F238E27FC236}">
                  <a16:creationId xmlns:a16="http://schemas.microsoft.com/office/drawing/2014/main" id="{29B54F52-E2CA-455A-9AA3-2B20BE885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4137025"/>
              <a:ext cx="133350" cy="85725"/>
            </a:xfrm>
            <a:custGeom>
              <a:avLst/>
              <a:gdLst>
                <a:gd name="T0" fmla="*/ 0 w 421"/>
                <a:gd name="T1" fmla="*/ 194 h 270"/>
                <a:gd name="T2" fmla="*/ 0 w 421"/>
                <a:gd name="T3" fmla="*/ 203 h 270"/>
                <a:gd name="T4" fmla="*/ 2 w 421"/>
                <a:gd name="T5" fmla="*/ 209 h 270"/>
                <a:gd name="T6" fmla="*/ 4 w 421"/>
                <a:gd name="T7" fmla="*/ 218 h 270"/>
                <a:gd name="T8" fmla="*/ 6 w 421"/>
                <a:gd name="T9" fmla="*/ 225 h 270"/>
                <a:gd name="T10" fmla="*/ 10 w 421"/>
                <a:gd name="T11" fmla="*/ 230 h 270"/>
                <a:gd name="T12" fmla="*/ 13 w 421"/>
                <a:gd name="T13" fmla="*/ 237 h 270"/>
                <a:gd name="T14" fmla="*/ 18 w 421"/>
                <a:gd name="T15" fmla="*/ 243 h 270"/>
                <a:gd name="T16" fmla="*/ 22 w 421"/>
                <a:gd name="T17" fmla="*/ 248 h 270"/>
                <a:gd name="T18" fmla="*/ 27 w 421"/>
                <a:gd name="T19" fmla="*/ 252 h 270"/>
                <a:gd name="T20" fmla="*/ 33 w 421"/>
                <a:gd name="T21" fmla="*/ 257 h 270"/>
                <a:gd name="T22" fmla="*/ 40 w 421"/>
                <a:gd name="T23" fmla="*/ 262 h 270"/>
                <a:gd name="T24" fmla="*/ 46 w 421"/>
                <a:gd name="T25" fmla="*/ 264 h 270"/>
                <a:gd name="T26" fmla="*/ 53 w 421"/>
                <a:gd name="T27" fmla="*/ 266 h 270"/>
                <a:gd name="T28" fmla="*/ 61 w 421"/>
                <a:gd name="T29" fmla="*/ 269 h 270"/>
                <a:gd name="T30" fmla="*/ 68 w 421"/>
                <a:gd name="T31" fmla="*/ 270 h 270"/>
                <a:gd name="T32" fmla="*/ 76 w 421"/>
                <a:gd name="T33" fmla="*/ 270 h 270"/>
                <a:gd name="T34" fmla="*/ 346 w 421"/>
                <a:gd name="T35" fmla="*/ 270 h 270"/>
                <a:gd name="T36" fmla="*/ 354 w 421"/>
                <a:gd name="T37" fmla="*/ 270 h 270"/>
                <a:gd name="T38" fmla="*/ 361 w 421"/>
                <a:gd name="T39" fmla="*/ 269 h 270"/>
                <a:gd name="T40" fmla="*/ 368 w 421"/>
                <a:gd name="T41" fmla="*/ 266 h 270"/>
                <a:gd name="T42" fmla="*/ 375 w 421"/>
                <a:gd name="T43" fmla="*/ 264 h 270"/>
                <a:gd name="T44" fmla="*/ 381 w 421"/>
                <a:gd name="T45" fmla="*/ 260 h 270"/>
                <a:gd name="T46" fmla="*/ 387 w 421"/>
                <a:gd name="T47" fmla="*/ 257 h 270"/>
                <a:gd name="T48" fmla="*/ 393 w 421"/>
                <a:gd name="T49" fmla="*/ 252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7 h 270"/>
                <a:gd name="T56" fmla="*/ 412 w 421"/>
                <a:gd name="T57" fmla="*/ 230 h 270"/>
                <a:gd name="T58" fmla="*/ 415 w 421"/>
                <a:gd name="T59" fmla="*/ 225 h 270"/>
                <a:gd name="T60" fmla="*/ 417 w 421"/>
                <a:gd name="T61" fmla="*/ 218 h 270"/>
                <a:gd name="T62" fmla="*/ 420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4"/>
                  </a:moveTo>
                  <a:lnTo>
                    <a:pt x="0" y="203"/>
                  </a:lnTo>
                  <a:lnTo>
                    <a:pt x="2" y="209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10" y="230"/>
                  </a:lnTo>
                  <a:lnTo>
                    <a:pt x="13" y="237"/>
                  </a:lnTo>
                  <a:lnTo>
                    <a:pt x="18" y="243"/>
                  </a:lnTo>
                  <a:lnTo>
                    <a:pt x="22" y="248"/>
                  </a:lnTo>
                  <a:lnTo>
                    <a:pt x="27" y="252"/>
                  </a:lnTo>
                  <a:lnTo>
                    <a:pt x="33" y="257"/>
                  </a:lnTo>
                  <a:lnTo>
                    <a:pt x="40" y="262"/>
                  </a:lnTo>
                  <a:lnTo>
                    <a:pt x="46" y="264"/>
                  </a:lnTo>
                  <a:lnTo>
                    <a:pt x="53" y="266"/>
                  </a:lnTo>
                  <a:lnTo>
                    <a:pt x="61" y="269"/>
                  </a:lnTo>
                  <a:lnTo>
                    <a:pt x="68" y="270"/>
                  </a:lnTo>
                  <a:lnTo>
                    <a:pt x="76" y="270"/>
                  </a:lnTo>
                  <a:lnTo>
                    <a:pt x="346" y="270"/>
                  </a:lnTo>
                  <a:lnTo>
                    <a:pt x="354" y="270"/>
                  </a:lnTo>
                  <a:lnTo>
                    <a:pt x="361" y="269"/>
                  </a:lnTo>
                  <a:lnTo>
                    <a:pt x="368" y="266"/>
                  </a:lnTo>
                  <a:lnTo>
                    <a:pt x="375" y="264"/>
                  </a:lnTo>
                  <a:lnTo>
                    <a:pt x="381" y="260"/>
                  </a:lnTo>
                  <a:lnTo>
                    <a:pt x="387" y="257"/>
                  </a:lnTo>
                  <a:lnTo>
                    <a:pt x="393" y="252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7"/>
                  </a:lnTo>
                  <a:lnTo>
                    <a:pt x="412" y="230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20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98" name="Figura a mano libera 4748">
              <a:extLst>
                <a:ext uri="{FF2B5EF4-FFF2-40B4-BE49-F238E27FC236}">
                  <a16:creationId xmlns:a16="http://schemas.microsoft.com/office/drawing/2014/main" id="{46C54F87-D686-45B0-AC4F-BD4AD01BD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4089400"/>
              <a:ext cx="133350" cy="38100"/>
            </a:xfrm>
            <a:custGeom>
              <a:avLst/>
              <a:gdLst>
                <a:gd name="T0" fmla="*/ 346 w 421"/>
                <a:gd name="T1" fmla="*/ 0 h 121"/>
                <a:gd name="T2" fmla="*/ 76 w 421"/>
                <a:gd name="T3" fmla="*/ 0 h 121"/>
                <a:gd name="T4" fmla="*/ 68 w 421"/>
                <a:gd name="T5" fmla="*/ 1 h 121"/>
                <a:gd name="T6" fmla="*/ 61 w 421"/>
                <a:gd name="T7" fmla="*/ 3 h 121"/>
                <a:gd name="T8" fmla="*/ 53 w 421"/>
                <a:gd name="T9" fmla="*/ 4 h 121"/>
                <a:gd name="T10" fmla="*/ 46 w 421"/>
                <a:gd name="T11" fmla="*/ 6 h 121"/>
                <a:gd name="T12" fmla="*/ 40 w 421"/>
                <a:gd name="T13" fmla="*/ 10 h 121"/>
                <a:gd name="T14" fmla="*/ 33 w 421"/>
                <a:gd name="T15" fmla="*/ 13 h 121"/>
                <a:gd name="T16" fmla="*/ 27 w 421"/>
                <a:gd name="T17" fmla="*/ 18 h 121"/>
                <a:gd name="T18" fmla="*/ 22 w 421"/>
                <a:gd name="T19" fmla="*/ 22 h 121"/>
                <a:gd name="T20" fmla="*/ 18 w 421"/>
                <a:gd name="T21" fmla="*/ 28 h 121"/>
                <a:gd name="T22" fmla="*/ 13 w 421"/>
                <a:gd name="T23" fmla="*/ 34 h 121"/>
                <a:gd name="T24" fmla="*/ 10 w 421"/>
                <a:gd name="T25" fmla="*/ 40 h 121"/>
                <a:gd name="T26" fmla="*/ 6 w 421"/>
                <a:gd name="T27" fmla="*/ 47 h 121"/>
                <a:gd name="T28" fmla="*/ 4 w 421"/>
                <a:gd name="T29" fmla="*/ 54 h 121"/>
                <a:gd name="T30" fmla="*/ 2 w 421"/>
                <a:gd name="T31" fmla="*/ 61 h 121"/>
                <a:gd name="T32" fmla="*/ 0 w 421"/>
                <a:gd name="T33" fmla="*/ 67 h 121"/>
                <a:gd name="T34" fmla="*/ 0 w 421"/>
                <a:gd name="T35" fmla="*/ 76 h 121"/>
                <a:gd name="T36" fmla="*/ 0 w 421"/>
                <a:gd name="T37" fmla="*/ 121 h 121"/>
                <a:gd name="T38" fmla="*/ 421 w 421"/>
                <a:gd name="T39" fmla="*/ 121 h 121"/>
                <a:gd name="T40" fmla="*/ 421 w 421"/>
                <a:gd name="T41" fmla="*/ 76 h 121"/>
                <a:gd name="T42" fmla="*/ 421 w 421"/>
                <a:gd name="T43" fmla="*/ 67 h 121"/>
                <a:gd name="T44" fmla="*/ 420 w 421"/>
                <a:gd name="T45" fmla="*/ 61 h 121"/>
                <a:gd name="T46" fmla="*/ 417 w 421"/>
                <a:gd name="T47" fmla="*/ 54 h 121"/>
                <a:gd name="T48" fmla="*/ 415 w 421"/>
                <a:gd name="T49" fmla="*/ 47 h 121"/>
                <a:gd name="T50" fmla="*/ 412 w 421"/>
                <a:gd name="T51" fmla="*/ 40 h 121"/>
                <a:gd name="T52" fmla="*/ 408 w 421"/>
                <a:gd name="T53" fmla="*/ 34 h 121"/>
                <a:gd name="T54" fmla="*/ 403 w 421"/>
                <a:gd name="T55" fmla="*/ 28 h 121"/>
                <a:gd name="T56" fmla="*/ 399 w 421"/>
                <a:gd name="T57" fmla="*/ 22 h 121"/>
                <a:gd name="T58" fmla="*/ 393 w 421"/>
                <a:gd name="T59" fmla="*/ 18 h 121"/>
                <a:gd name="T60" fmla="*/ 387 w 421"/>
                <a:gd name="T61" fmla="*/ 13 h 121"/>
                <a:gd name="T62" fmla="*/ 381 w 421"/>
                <a:gd name="T63" fmla="*/ 10 h 121"/>
                <a:gd name="T64" fmla="*/ 375 w 421"/>
                <a:gd name="T65" fmla="*/ 6 h 121"/>
                <a:gd name="T66" fmla="*/ 368 w 421"/>
                <a:gd name="T67" fmla="*/ 4 h 121"/>
                <a:gd name="T68" fmla="*/ 361 w 421"/>
                <a:gd name="T69" fmla="*/ 3 h 121"/>
                <a:gd name="T70" fmla="*/ 354 w 421"/>
                <a:gd name="T71" fmla="*/ 1 h 121"/>
                <a:gd name="T72" fmla="*/ 346 w 421"/>
                <a:gd name="T7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121">
                  <a:moveTo>
                    <a:pt x="346" y="0"/>
                  </a:moveTo>
                  <a:lnTo>
                    <a:pt x="76" y="0"/>
                  </a:lnTo>
                  <a:lnTo>
                    <a:pt x="68" y="1"/>
                  </a:lnTo>
                  <a:lnTo>
                    <a:pt x="61" y="3"/>
                  </a:lnTo>
                  <a:lnTo>
                    <a:pt x="53" y="4"/>
                  </a:lnTo>
                  <a:lnTo>
                    <a:pt x="46" y="6"/>
                  </a:lnTo>
                  <a:lnTo>
                    <a:pt x="40" y="10"/>
                  </a:lnTo>
                  <a:lnTo>
                    <a:pt x="33" y="13"/>
                  </a:lnTo>
                  <a:lnTo>
                    <a:pt x="27" y="18"/>
                  </a:lnTo>
                  <a:lnTo>
                    <a:pt x="22" y="22"/>
                  </a:lnTo>
                  <a:lnTo>
                    <a:pt x="18" y="28"/>
                  </a:lnTo>
                  <a:lnTo>
                    <a:pt x="13" y="34"/>
                  </a:lnTo>
                  <a:lnTo>
                    <a:pt x="10" y="40"/>
                  </a:lnTo>
                  <a:lnTo>
                    <a:pt x="6" y="47"/>
                  </a:lnTo>
                  <a:lnTo>
                    <a:pt x="4" y="54"/>
                  </a:lnTo>
                  <a:lnTo>
                    <a:pt x="2" y="61"/>
                  </a:lnTo>
                  <a:lnTo>
                    <a:pt x="0" y="67"/>
                  </a:lnTo>
                  <a:lnTo>
                    <a:pt x="0" y="76"/>
                  </a:lnTo>
                  <a:lnTo>
                    <a:pt x="0" y="121"/>
                  </a:lnTo>
                  <a:lnTo>
                    <a:pt x="421" y="121"/>
                  </a:lnTo>
                  <a:lnTo>
                    <a:pt x="421" y="76"/>
                  </a:lnTo>
                  <a:lnTo>
                    <a:pt x="421" y="67"/>
                  </a:lnTo>
                  <a:lnTo>
                    <a:pt x="420" y="61"/>
                  </a:lnTo>
                  <a:lnTo>
                    <a:pt x="417" y="54"/>
                  </a:lnTo>
                  <a:lnTo>
                    <a:pt x="415" y="47"/>
                  </a:lnTo>
                  <a:lnTo>
                    <a:pt x="412" y="40"/>
                  </a:lnTo>
                  <a:lnTo>
                    <a:pt x="408" y="34"/>
                  </a:lnTo>
                  <a:lnTo>
                    <a:pt x="403" y="28"/>
                  </a:lnTo>
                  <a:lnTo>
                    <a:pt x="399" y="22"/>
                  </a:lnTo>
                  <a:lnTo>
                    <a:pt x="393" y="18"/>
                  </a:lnTo>
                  <a:lnTo>
                    <a:pt x="387" y="13"/>
                  </a:lnTo>
                  <a:lnTo>
                    <a:pt x="381" y="10"/>
                  </a:lnTo>
                  <a:lnTo>
                    <a:pt x="375" y="6"/>
                  </a:lnTo>
                  <a:lnTo>
                    <a:pt x="368" y="4"/>
                  </a:lnTo>
                  <a:lnTo>
                    <a:pt x="361" y="3"/>
                  </a:lnTo>
                  <a:lnTo>
                    <a:pt x="354" y="1"/>
                  </a:lnTo>
                  <a:lnTo>
                    <a:pt x="3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99" name="Figura a mano libera 4749">
              <a:extLst>
                <a:ext uri="{FF2B5EF4-FFF2-40B4-BE49-F238E27FC236}">
                  <a16:creationId xmlns:a16="http://schemas.microsoft.com/office/drawing/2014/main" id="{2AD4B2ED-3FF5-413A-9E75-6FD5885D4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4137025"/>
              <a:ext cx="134938" cy="85725"/>
            </a:xfrm>
            <a:custGeom>
              <a:avLst/>
              <a:gdLst>
                <a:gd name="T0" fmla="*/ 0 w 421"/>
                <a:gd name="T1" fmla="*/ 194 h 270"/>
                <a:gd name="T2" fmla="*/ 0 w 421"/>
                <a:gd name="T3" fmla="*/ 203 h 270"/>
                <a:gd name="T4" fmla="*/ 1 w 421"/>
                <a:gd name="T5" fmla="*/ 209 h 270"/>
                <a:gd name="T6" fmla="*/ 4 w 421"/>
                <a:gd name="T7" fmla="*/ 218 h 270"/>
                <a:gd name="T8" fmla="*/ 6 w 421"/>
                <a:gd name="T9" fmla="*/ 225 h 270"/>
                <a:gd name="T10" fmla="*/ 9 w 421"/>
                <a:gd name="T11" fmla="*/ 230 h 270"/>
                <a:gd name="T12" fmla="*/ 13 w 421"/>
                <a:gd name="T13" fmla="*/ 237 h 270"/>
                <a:gd name="T14" fmla="*/ 17 w 421"/>
                <a:gd name="T15" fmla="*/ 243 h 270"/>
                <a:gd name="T16" fmla="*/ 22 w 421"/>
                <a:gd name="T17" fmla="*/ 248 h 270"/>
                <a:gd name="T18" fmla="*/ 27 w 421"/>
                <a:gd name="T19" fmla="*/ 252 h 270"/>
                <a:gd name="T20" fmla="*/ 33 w 421"/>
                <a:gd name="T21" fmla="*/ 257 h 270"/>
                <a:gd name="T22" fmla="*/ 39 w 421"/>
                <a:gd name="T23" fmla="*/ 262 h 270"/>
                <a:gd name="T24" fmla="*/ 45 w 421"/>
                <a:gd name="T25" fmla="*/ 264 h 270"/>
                <a:gd name="T26" fmla="*/ 52 w 421"/>
                <a:gd name="T27" fmla="*/ 266 h 270"/>
                <a:gd name="T28" fmla="*/ 60 w 421"/>
                <a:gd name="T29" fmla="*/ 269 h 270"/>
                <a:gd name="T30" fmla="*/ 67 w 421"/>
                <a:gd name="T31" fmla="*/ 270 h 270"/>
                <a:gd name="T32" fmla="*/ 75 w 421"/>
                <a:gd name="T33" fmla="*/ 270 h 270"/>
                <a:gd name="T34" fmla="*/ 345 w 421"/>
                <a:gd name="T35" fmla="*/ 270 h 270"/>
                <a:gd name="T36" fmla="*/ 353 w 421"/>
                <a:gd name="T37" fmla="*/ 270 h 270"/>
                <a:gd name="T38" fmla="*/ 360 w 421"/>
                <a:gd name="T39" fmla="*/ 269 h 270"/>
                <a:gd name="T40" fmla="*/ 367 w 421"/>
                <a:gd name="T41" fmla="*/ 266 h 270"/>
                <a:gd name="T42" fmla="*/ 374 w 421"/>
                <a:gd name="T43" fmla="*/ 264 h 270"/>
                <a:gd name="T44" fmla="*/ 381 w 421"/>
                <a:gd name="T45" fmla="*/ 260 h 270"/>
                <a:gd name="T46" fmla="*/ 387 w 421"/>
                <a:gd name="T47" fmla="*/ 257 h 270"/>
                <a:gd name="T48" fmla="*/ 393 w 421"/>
                <a:gd name="T49" fmla="*/ 252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7 h 270"/>
                <a:gd name="T56" fmla="*/ 411 w 421"/>
                <a:gd name="T57" fmla="*/ 230 h 270"/>
                <a:gd name="T58" fmla="*/ 415 w 421"/>
                <a:gd name="T59" fmla="*/ 225 h 270"/>
                <a:gd name="T60" fmla="*/ 417 w 421"/>
                <a:gd name="T61" fmla="*/ 218 h 270"/>
                <a:gd name="T62" fmla="*/ 419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4"/>
                  </a:moveTo>
                  <a:lnTo>
                    <a:pt x="0" y="203"/>
                  </a:lnTo>
                  <a:lnTo>
                    <a:pt x="1" y="209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9" y="230"/>
                  </a:lnTo>
                  <a:lnTo>
                    <a:pt x="13" y="237"/>
                  </a:lnTo>
                  <a:lnTo>
                    <a:pt x="17" y="243"/>
                  </a:lnTo>
                  <a:lnTo>
                    <a:pt x="22" y="248"/>
                  </a:lnTo>
                  <a:lnTo>
                    <a:pt x="27" y="252"/>
                  </a:lnTo>
                  <a:lnTo>
                    <a:pt x="33" y="257"/>
                  </a:lnTo>
                  <a:lnTo>
                    <a:pt x="39" y="262"/>
                  </a:lnTo>
                  <a:lnTo>
                    <a:pt x="45" y="264"/>
                  </a:lnTo>
                  <a:lnTo>
                    <a:pt x="52" y="266"/>
                  </a:lnTo>
                  <a:lnTo>
                    <a:pt x="60" y="269"/>
                  </a:lnTo>
                  <a:lnTo>
                    <a:pt x="67" y="270"/>
                  </a:lnTo>
                  <a:lnTo>
                    <a:pt x="75" y="270"/>
                  </a:lnTo>
                  <a:lnTo>
                    <a:pt x="345" y="270"/>
                  </a:lnTo>
                  <a:lnTo>
                    <a:pt x="353" y="270"/>
                  </a:lnTo>
                  <a:lnTo>
                    <a:pt x="360" y="269"/>
                  </a:lnTo>
                  <a:lnTo>
                    <a:pt x="367" y="266"/>
                  </a:lnTo>
                  <a:lnTo>
                    <a:pt x="374" y="264"/>
                  </a:lnTo>
                  <a:lnTo>
                    <a:pt x="381" y="260"/>
                  </a:lnTo>
                  <a:lnTo>
                    <a:pt x="387" y="257"/>
                  </a:lnTo>
                  <a:lnTo>
                    <a:pt x="393" y="252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7"/>
                  </a:lnTo>
                  <a:lnTo>
                    <a:pt x="411" y="230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19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00" name="Figura a mano libera 4750">
              <a:extLst>
                <a:ext uri="{FF2B5EF4-FFF2-40B4-BE49-F238E27FC236}">
                  <a16:creationId xmlns:a16="http://schemas.microsoft.com/office/drawing/2014/main" id="{C94F299B-31F2-4CA4-A270-5E5DDD6CE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4089400"/>
              <a:ext cx="134938" cy="38100"/>
            </a:xfrm>
            <a:custGeom>
              <a:avLst/>
              <a:gdLst>
                <a:gd name="T0" fmla="*/ 345 w 421"/>
                <a:gd name="T1" fmla="*/ 0 h 121"/>
                <a:gd name="T2" fmla="*/ 75 w 421"/>
                <a:gd name="T3" fmla="*/ 0 h 121"/>
                <a:gd name="T4" fmla="*/ 67 w 421"/>
                <a:gd name="T5" fmla="*/ 1 h 121"/>
                <a:gd name="T6" fmla="*/ 60 w 421"/>
                <a:gd name="T7" fmla="*/ 3 h 121"/>
                <a:gd name="T8" fmla="*/ 52 w 421"/>
                <a:gd name="T9" fmla="*/ 4 h 121"/>
                <a:gd name="T10" fmla="*/ 45 w 421"/>
                <a:gd name="T11" fmla="*/ 6 h 121"/>
                <a:gd name="T12" fmla="*/ 39 w 421"/>
                <a:gd name="T13" fmla="*/ 10 h 121"/>
                <a:gd name="T14" fmla="*/ 33 w 421"/>
                <a:gd name="T15" fmla="*/ 13 h 121"/>
                <a:gd name="T16" fmla="*/ 27 w 421"/>
                <a:gd name="T17" fmla="*/ 18 h 121"/>
                <a:gd name="T18" fmla="*/ 22 w 421"/>
                <a:gd name="T19" fmla="*/ 22 h 121"/>
                <a:gd name="T20" fmla="*/ 17 w 421"/>
                <a:gd name="T21" fmla="*/ 28 h 121"/>
                <a:gd name="T22" fmla="*/ 13 w 421"/>
                <a:gd name="T23" fmla="*/ 34 h 121"/>
                <a:gd name="T24" fmla="*/ 9 w 421"/>
                <a:gd name="T25" fmla="*/ 40 h 121"/>
                <a:gd name="T26" fmla="*/ 6 w 421"/>
                <a:gd name="T27" fmla="*/ 47 h 121"/>
                <a:gd name="T28" fmla="*/ 4 w 421"/>
                <a:gd name="T29" fmla="*/ 54 h 121"/>
                <a:gd name="T30" fmla="*/ 1 w 421"/>
                <a:gd name="T31" fmla="*/ 61 h 121"/>
                <a:gd name="T32" fmla="*/ 0 w 421"/>
                <a:gd name="T33" fmla="*/ 67 h 121"/>
                <a:gd name="T34" fmla="*/ 0 w 421"/>
                <a:gd name="T35" fmla="*/ 76 h 121"/>
                <a:gd name="T36" fmla="*/ 0 w 421"/>
                <a:gd name="T37" fmla="*/ 121 h 121"/>
                <a:gd name="T38" fmla="*/ 421 w 421"/>
                <a:gd name="T39" fmla="*/ 121 h 121"/>
                <a:gd name="T40" fmla="*/ 421 w 421"/>
                <a:gd name="T41" fmla="*/ 76 h 121"/>
                <a:gd name="T42" fmla="*/ 421 w 421"/>
                <a:gd name="T43" fmla="*/ 67 h 121"/>
                <a:gd name="T44" fmla="*/ 419 w 421"/>
                <a:gd name="T45" fmla="*/ 61 h 121"/>
                <a:gd name="T46" fmla="*/ 417 w 421"/>
                <a:gd name="T47" fmla="*/ 54 h 121"/>
                <a:gd name="T48" fmla="*/ 415 w 421"/>
                <a:gd name="T49" fmla="*/ 47 h 121"/>
                <a:gd name="T50" fmla="*/ 411 w 421"/>
                <a:gd name="T51" fmla="*/ 40 h 121"/>
                <a:gd name="T52" fmla="*/ 408 w 421"/>
                <a:gd name="T53" fmla="*/ 34 h 121"/>
                <a:gd name="T54" fmla="*/ 403 w 421"/>
                <a:gd name="T55" fmla="*/ 28 h 121"/>
                <a:gd name="T56" fmla="*/ 399 w 421"/>
                <a:gd name="T57" fmla="*/ 22 h 121"/>
                <a:gd name="T58" fmla="*/ 393 w 421"/>
                <a:gd name="T59" fmla="*/ 18 h 121"/>
                <a:gd name="T60" fmla="*/ 387 w 421"/>
                <a:gd name="T61" fmla="*/ 13 h 121"/>
                <a:gd name="T62" fmla="*/ 381 w 421"/>
                <a:gd name="T63" fmla="*/ 10 h 121"/>
                <a:gd name="T64" fmla="*/ 374 w 421"/>
                <a:gd name="T65" fmla="*/ 6 h 121"/>
                <a:gd name="T66" fmla="*/ 367 w 421"/>
                <a:gd name="T67" fmla="*/ 4 h 121"/>
                <a:gd name="T68" fmla="*/ 360 w 421"/>
                <a:gd name="T69" fmla="*/ 3 h 121"/>
                <a:gd name="T70" fmla="*/ 353 w 421"/>
                <a:gd name="T71" fmla="*/ 1 h 121"/>
                <a:gd name="T72" fmla="*/ 345 w 421"/>
                <a:gd name="T7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121">
                  <a:moveTo>
                    <a:pt x="345" y="0"/>
                  </a:moveTo>
                  <a:lnTo>
                    <a:pt x="75" y="0"/>
                  </a:lnTo>
                  <a:lnTo>
                    <a:pt x="67" y="1"/>
                  </a:lnTo>
                  <a:lnTo>
                    <a:pt x="60" y="3"/>
                  </a:lnTo>
                  <a:lnTo>
                    <a:pt x="52" y="4"/>
                  </a:lnTo>
                  <a:lnTo>
                    <a:pt x="45" y="6"/>
                  </a:lnTo>
                  <a:lnTo>
                    <a:pt x="39" y="10"/>
                  </a:lnTo>
                  <a:lnTo>
                    <a:pt x="33" y="13"/>
                  </a:lnTo>
                  <a:lnTo>
                    <a:pt x="27" y="18"/>
                  </a:lnTo>
                  <a:lnTo>
                    <a:pt x="22" y="22"/>
                  </a:lnTo>
                  <a:lnTo>
                    <a:pt x="17" y="28"/>
                  </a:lnTo>
                  <a:lnTo>
                    <a:pt x="13" y="34"/>
                  </a:lnTo>
                  <a:lnTo>
                    <a:pt x="9" y="40"/>
                  </a:lnTo>
                  <a:lnTo>
                    <a:pt x="6" y="47"/>
                  </a:lnTo>
                  <a:lnTo>
                    <a:pt x="4" y="54"/>
                  </a:lnTo>
                  <a:lnTo>
                    <a:pt x="1" y="61"/>
                  </a:lnTo>
                  <a:lnTo>
                    <a:pt x="0" y="67"/>
                  </a:lnTo>
                  <a:lnTo>
                    <a:pt x="0" y="76"/>
                  </a:lnTo>
                  <a:lnTo>
                    <a:pt x="0" y="121"/>
                  </a:lnTo>
                  <a:lnTo>
                    <a:pt x="421" y="121"/>
                  </a:lnTo>
                  <a:lnTo>
                    <a:pt x="421" y="76"/>
                  </a:lnTo>
                  <a:lnTo>
                    <a:pt x="421" y="67"/>
                  </a:lnTo>
                  <a:lnTo>
                    <a:pt x="419" y="61"/>
                  </a:lnTo>
                  <a:lnTo>
                    <a:pt x="417" y="54"/>
                  </a:lnTo>
                  <a:lnTo>
                    <a:pt x="415" y="47"/>
                  </a:lnTo>
                  <a:lnTo>
                    <a:pt x="411" y="40"/>
                  </a:lnTo>
                  <a:lnTo>
                    <a:pt x="408" y="34"/>
                  </a:lnTo>
                  <a:lnTo>
                    <a:pt x="403" y="28"/>
                  </a:lnTo>
                  <a:lnTo>
                    <a:pt x="399" y="22"/>
                  </a:lnTo>
                  <a:lnTo>
                    <a:pt x="393" y="18"/>
                  </a:lnTo>
                  <a:lnTo>
                    <a:pt x="387" y="13"/>
                  </a:lnTo>
                  <a:lnTo>
                    <a:pt x="381" y="10"/>
                  </a:lnTo>
                  <a:lnTo>
                    <a:pt x="374" y="6"/>
                  </a:lnTo>
                  <a:lnTo>
                    <a:pt x="367" y="4"/>
                  </a:lnTo>
                  <a:lnTo>
                    <a:pt x="360" y="3"/>
                  </a:lnTo>
                  <a:lnTo>
                    <a:pt x="353" y="1"/>
                  </a:lnTo>
                  <a:lnTo>
                    <a:pt x="3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grpSp>
        <p:nvGrpSpPr>
          <p:cNvPr id="101" name="Gruppo 100" descr="Icona di telefono cellulare e fumetto.">
            <a:extLst>
              <a:ext uri="{FF2B5EF4-FFF2-40B4-BE49-F238E27FC236}">
                <a16:creationId xmlns:a16="http://schemas.microsoft.com/office/drawing/2014/main" id="{67EBF40E-2836-4B56-82CA-B0AE5592616F}"/>
              </a:ext>
            </a:extLst>
          </p:cNvPr>
          <p:cNvGrpSpPr/>
          <p:nvPr/>
        </p:nvGrpSpPr>
        <p:grpSpPr>
          <a:xfrm>
            <a:off x="6564709" y="1373740"/>
            <a:ext cx="277813" cy="276225"/>
            <a:chOff x="6105525" y="1922463"/>
            <a:chExt cx="277813" cy="276225"/>
          </a:xfrm>
          <a:solidFill>
            <a:schemeClr val="bg1"/>
          </a:solidFill>
        </p:grpSpPr>
        <p:sp>
          <p:nvSpPr>
            <p:cNvPr id="102" name="Figura a mano libera 2023">
              <a:extLst>
                <a:ext uri="{FF2B5EF4-FFF2-40B4-BE49-F238E27FC236}">
                  <a16:creationId xmlns:a16="http://schemas.microsoft.com/office/drawing/2014/main" id="{8A677BB9-7FF5-46F1-AA35-A8280C80A6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5525" y="1960563"/>
              <a:ext cx="96838" cy="47625"/>
            </a:xfrm>
            <a:custGeom>
              <a:avLst/>
              <a:gdLst>
                <a:gd name="T0" fmla="*/ 195 w 303"/>
                <a:gd name="T1" fmla="*/ 105 h 150"/>
                <a:gd name="T2" fmla="*/ 165 w 303"/>
                <a:gd name="T3" fmla="*/ 105 h 150"/>
                <a:gd name="T4" fmla="*/ 162 w 303"/>
                <a:gd name="T5" fmla="*/ 105 h 150"/>
                <a:gd name="T6" fmla="*/ 160 w 303"/>
                <a:gd name="T7" fmla="*/ 104 h 150"/>
                <a:gd name="T8" fmla="*/ 157 w 303"/>
                <a:gd name="T9" fmla="*/ 103 h 150"/>
                <a:gd name="T10" fmla="*/ 155 w 303"/>
                <a:gd name="T11" fmla="*/ 101 h 150"/>
                <a:gd name="T12" fmla="*/ 153 w 303"/>
                <a:gd name="T13" fmla="*/ 98 h 150"/>
                <a:gd name="T14" fmla="*/ 151 w 303"/>
                <a:gd name="T15" fmla="*/ 96 h 150"/>
                <a:gd name="T16" fmla="*/ 151 w 303"/>
                <a:gd name="T17" fmla="*/ 93 h 150"/>
                <a:gd name="T18" fmla="*/ 150 w 303"/>
                <a:gd name="T19" fmla="*/ 90 h 150"/>
                <a:gd name="T20" fmla="*/ 151 w 303"/>
                <a:gd name="T21" fmla="*/ 88 h 150"/>
                <a:gd name="T22" fmla="*/ 151 w 303"/>
                <a:gd name="T23" fmla="*/ 85 h 150"/>
                <a:gd name="T24" fmla="*/ 153 w 303"/>
                <a:gd name="T25" fmla="*/ 82 h 150"/>
                <a:gd name="T26" fmla="*/ 155 w 303"/>
                <a:gd name="T27" fmla="*/ 80 h 150"/>
                <a:gd name="T28" fmla="*/ 157 w 303"/>
                <a:gd name="T29" fmla="*/ 78 h 150"/>
                <a:gd name="T30" fmla="*/ 160 w 303"/>
                <a:gd name="T31" fmla="*/ 77 h 150"/>
                <a:gd name="T32" fmla="*/ 162 w 303"/>
                <a:gd name="T33" fmla="*/ 76 h 150"/>
                <a:gd name="T34" fmla="*/ 165 w 303"/>
                <a:gd name="T35" fmla="*/ 75 h 150"/>
                <a:gd name="T36" fmla="*/ 195 w 303"/>
                <a:gd name="T37" fmla="*/ 75 h 150"/>
                <a:gd name="T38" fmla="*/ 199 w 303"/>
                <a:gd name="T39" fmla="*/ 76 h 150"/>
                <a:gd name="T40" fmla="*/ 202 w 303"/>
                <a:gd name="T41" fmla="*/ 77 h 150"/>
                <a:gd name="T42" fmla="*/ 204 w 303"/>
                <a:gd name="T43" fmla="*/ 78 h 150"/>
                <a:gd name="T44" fmla="*/ 206 w 303"/>
                <a:gd name="T45" fmla="*/ 80 h 150"/>
                <a:gd name="T46" fmla="*/ 208 w 303"/>
                <a:gd name="T47" fmla="*/ 82 h 150"/>
                <a:gd name="T48" fmla="*/ 209 w 303"/>
                <a:gd name="T49" fmla="*/ 85 h 150"/>
                <a:gd name="T50" fmla="*/ 210 w 303"/>
                <a:gd name="T51" fmla="*/ 88 h 150"/>
                <a:gd name="T52" fmla="*/ 210 w 303"/>
                <a:gd name="T53" fmla="*/ 90 h 150"/>
                <a:gd name="T54" fmla="*/ 210 w 303"/>
                <a:gd name="T55" fmla="*/ 93 h 150"/>
                <a:gd name="T56" fmla="*/ 209 w 303"/>
                <a:gd name="T57" fmla="*/ 96 h 150"/>
                <a:gd name="T58" fmla="*/ 208 w 303"/>
                <a:gd name="T59" fmla="*/ 98 h 150"/>
                <a:gd name="T60" fmla="*/ 206 w 303"/>
                <a:gd name="T61" fmla="*/ 101 h 150"/>
                <a:gd name="T62" fmla="*/ 204 w 303"/>
                <a:gd name="T63" fmla="*/ 103 h 150"/>
                <a:gd name="T64" fmla="*/ 202 w 303"/>
                <a:gd name="T65" fmla="*/ 104 h 150"/>
                <a:gd name="T66" fmla="*/ 199 w 303"/>
                <a:gd name="T67" fmla="*/ 105 h 150"/>
                <a:gd name="T68" fmla="*/ 195 w 303"/>
                <a:gd name="T69" fmla="*/ 105 h 150"/>
                <a:gd name="T70" fmla="*/ 195 w 303"/>
                <a:gd name="T71" fmla="*/ 105 h 150"/>
                <a:gd name="T72" fmla="*/ 300 w 303"/>
                <a:gd name="T73" fmla="*/ 135 h 150"/>
                <a:gd name="T74" fmla="*/ 300 w 303"/>
                <a:gd name="T75" fmla="*/ 0 h 150"/>
                <a:gd name="T76" fmla="*/ 90 w 303"/>
                <a:gd name="T77" fmla="*/ 0 h 150"/>
                <a:gd name="T78" fmla="*/ 82 w 303"/>
                <a:gd name="T79" fmla="*/ 1 h 150"/>
                <a:gd name="T80" fmla="*/ 72 w 303"/>
                <a:gd name="T81" fmla="*/ 2 h 150"/>
                <a:gd name="T82" fmla="*/ 63 w 303"/>
                <a:gd name="T83" fmla="*/ 4 h 150"/>
                <a:gd name="T84" fmla="*/ 55 w 303"/>
                <a:gd name="T85" fmla="*/ 7 h 150"/>
                <a:gd name="T86" fmla="*/ 47 w 303"/>
                <a:gd name="T87" fmla="*/ 10 h 150"/>
                <a:gd name="T88" fmla="*/ 40 w 303"/>
                <a:gd name="T89" fmla="*/ 15 h 150"/>
                <a:gd name="T90" fmla="*/ 32 w 303"/>
                <a:gd name="T91" fmla="*/ 20 h 150"/>
                <a:gd name="T92" fmla="*/ 27 w 303"/>
                <a:gd name="T93" fmla="*/ 27 h 150"/>
                <a:gd name="T94" fmla="*/ 20 w 303"/>
                <a:gd name="T95" fmla="*/ 33 h 150"/>
                <a:gd name="T96" fmla="*/ 15 w 303"/>
                <a:gd name="T97" fmla="*/ 39 h 150"/>
                <a:gd name="T98" fmla="*/ 11 w 303"/>
                <a:gd name="T99" fmla="*/ 47 h 150"/>
                <a:gd name="T100" fmla="*/ 8 w 303"/>
                <a:gd name="T101" fmla="*/ 54 h 150"/>
                <a:gd name="T102" fmla="*/ 4 w 303"/>
                <a:gd name="T103" fmla="*/ 63 h 150"/>
                <a:gd name="T104" fmla="*/ 2 w 303"/>
                <a:gd name="T105" fmla="*/ 72 h 150"/>
                <a:gd name="T106" fmla="*/ 1 w 303"/>
                <a:gd name="T107" fmla="*/ 81 h 150"/>
                <a:gd name="T108" fmla="*/ 0 w 303"/>
                <a:gd name="T109" fmla="*/ 90 h 150"/>
                <a:gd name="T110" fmla="*/ 0 w 303"/>
                <a:gd name="T111" fmla="*/ 150 h 150"/>
                <a:gd name="T112" fmla="*/ 303 w 303"/>
                <a:gd name="T113" fmla="*/ 150 h 150"/>
                <a:gd name="T114" fmla="*/ 301 w 303"/>
                <a:gd name="T115" fmla="*/ 144 h 150"/>
                <a:gd name="T116" fmla="*/ 300 w 303"/>
                <a:gd name="T117" fmla="*/ 135 h 150"/>
                <a:gd name="T118" fmla="*/ 300 w 303"/>
                <a:gd name="T119" fmla="*/ 13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03" h="150">
                  <a:moveTo>
                    <a:pt x="195" y="105"/>
                  </a:moveTo>
                  <a:lnTo>
                    <a:pt x="165" y="105"/>
                  </a:lnTo>
                  <a:lnTo>
                    <a:pt x="162" y="105"/>
                  </a:lnTo>
                  <a:lnTo>
                    <a:pt x="160" y="104"/>
                  </a:lnTo>
                  <a:lnTo>
                    <a:pt x="157" y="103"/>
                  </a:lnTo>
                  <a:lnTo>
                    <a:pt x="155" y="101"/>
                  </a:lnTo>
                  <a:lnTo>
                    <a:pt x="153" y="98"/>
                  </a:lnTo>
                  <a:lnTo>
                    <a:pt x="151" y="96"/>
                  </a:lnTo>
                  <a:lnTo>
                    <a:pt x="151" y="93"/>
                  </a:lnTo>
                  <a:lnTo>
                    <a:pt x="150" y="90"/>
                  </a:lnTo>
                  <a:lnTo>
                    <a:pt x="151" y="88"/>
                  </a:lnTo>
                  <a:lnTo>
                    <a:pt x="151" y="85"/>
                  </a:lnTo>
                  <a:lnTo>
                    <a:pt x="153" y="82"/>
                  </a:lnTo>
                  <a:lnTo>
                    <a:pt x="155" y="80"/>
                  </a:lnTo>
                  <a:lnTo>
                    <a:pt x="157" y="78"/>
                  </a:lnTo>
                  <a:lnTo>
                    <a:pt x="160" y="77"/>
                  </a:lnTo>
                  <a:lnTo>
                    <a:pt x="162" y="76"/>
                  </a:lnTo>
                  <a:lnTo>
                    <a:pt x="165" y="75"/>
                  </a:lnTo>
                  <a:lnTo>
                    <a:pt x="195" y="75"/>
                  </a:lnTo>
                  <a:lnTo>
                    <a:pt x="199" y="76"/>
                  </a:lnTo>
                  <a:lnTo>
                    <a:pt x="202" y="77"/>
                  </a:lnTo>
                  <a:lnTo>
                    <a:pt x="204" y="78"/>
                  </a:lnTo>
                  <a:lnTo>
                    <a:pt x="206" y="80"/>
                  </a:lnTo>
                  <a:lnTo>
                    <a:pt x="208" y="82"/>
                  </a:lnTo>
                  <a:lnTo>
                    <a:pt x="209" y="85"/>
                  </a:lnTo>
                  <a:lnTo>
                    <a:pt x="210" y="88"/>
                  </a:lnTo>
                  <a:lnTo>
                    <a:pt x="210" y="90"/>
                  </a:lnTo>
                  <a:lnTo>
                    <a:pt x="210" y="93"/>
                  </a:lnTo>
                  <a:lnTo>
                    <a:pt x="209" y="96"/>
                  </a:lnTo>
                  <a:lnTo>
                    <a:pt x="208" y="98"/>
                  </a:lnTo>
                  <a:lnTo>
                    <a:pt x="206" y="101"/>
                  </a:lnTo>
                  <a:lnTo>
                    <a:pt x="204" y="103"/>
                  </a:lnTo>
                  <a:lnTo>
                    <a:pt x="202" y="104"/>
                  </a:lnTo>
                  <a:lnTo>
                    <a:pt x="199" y="105"/>
                  </a:lnTo>
                  <a:lnTo>
                    <a:pt x="195" y="105"/>
                  </a:lnTo>
                  <a:lnTo>
                    <a:pt x="195" y="105"/>
                  </a:lnTo>
                  <a:close/>
                  <a:moveTo>
                    <a:pt x="300" y="135"/>
                  </a:moveTo>
                  <a:lnTo>
                    <a:pt x="300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2" y="2"/>
                  </a:lnTo>
                  <a:lnTo>
                    <a:pt x="63" y="4"/>
                  </a:lnTo>
                  <a:lnTo>
                    <a:pt x="55" y="7"/>
                  </a:lnTo>
                  <a:lnTo>
                    <a:pt x="47" y="10"/>
                  </a:lnTo>
                  <a:lnTo>
                    <a:pt x="40" y="15"/>
                  </a:lnTo>
                  <a:lnTo>
                    <a:pt x="32" y="20"/>
                  </a:lnTo>
                  <a:lnTo>
                    <a:pt x="27" y="27"/>
                  </a:lnTo>
                  <a:lnTo>
                    <a:pt x="20" y="33"/>
                  </a:lnTo>
                  <a:lnTo>
                    <a:pt x="15" y="39"/>
                  </a:lnTo>
                  <a:lnTo>
                    <a:pt x="11" y="47"/>
                  </a:lnTo>
                  <a:lnTo>
                    <a:pt x="8" y="54"/>
                  </a:lnTo>
                  <a:lnTo>
                    <a:pt x="4" y="63"/>
                  </a:lnTo>
                  <a:lnTo>
                    <a:pt x="2" y="72"/>
                  </a:lnTo>
                  <a:lnTo>
                    <a:pt x="1" y="81"/>
                  </a:lnTo>
                  <a:lnTo>
                    <a:pt x="0" y="90"/>
                  </a:lnTo>
                  <a:lnTo>
                    <a:pt x="0" y="150"/>
                  </a:lnTo>
                  <a:lnTo>
                    <a:pt x="303" y="150"/>
                  </a:lnTo>
                  <a:lnTo>
                    <a:pt x="301" y="144"/>
                  </a:lnTo>
                  <a:lnTo>
                    <a:pt x="300" y="135"/>
                  </a:lnTo>
                  <a:lnTo>
                    <a:pt x="30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03" name="Figura a mano libera 2024">
              <a:extLst>
                <a:ext uri="{FF2B5EF4-FFF2-40B4-BE49-F238E27FC236}">
                  <a16:creationId xmlns:a16="http://schemas.microsoft.com/office/drawing/2014/main" id="{A089C24C-3669-4556-BCE2-1150BE6C01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5525" y="2151063"/>
              <a:ext cx="142875" cy="47625"/>
            </a:xfrm>
            <a:custGeom>
              <a:avLst/>
              <a:gdLst>
                <a:gd name="T0" fmla="*/ 231 w 451"/>
                <a:gd name="T1" fmla="*/ 25 h 150"/>
                <a:gd name="T2" fmla="*/ 242 w 451"/>
                <a:gd name="T3" fmla="*/ 31 h 150"/>
                <a:gd name="T4" fmla="*/ 252 w 451"/>
                <a:gd name="T5" fmla="*/ 39 h 150"/>
                <a:gd name="T6" fmla="*/ 258 w 451"/>
                <a:gd name="T7" fmla="*/ 52 h 150"/>
                <a:gd name="T8" fmla="*/ 258 w 451"/>
                <a:gd name="T9" fmla="*/ 65 h 150"/>
                <a:gd name="T10" fmla="*/ 252 w 451"/>
                <a:gd name="T11" fmla="*/ 78 h 150"/>
                <a:gd name="T12" fmla="*/ 242 w 451"/>
                <a:gd name="T13" fmla="*/ 86 h 150"/>
                <a:gd name="T14" fmla="*/ 231 w 451"/>
                <a:gd name="T15" fmla="*/ 92 h 150"/>
                <a:gd name="T16" fmla="*/ 217 w 451"/>
                <a:gd name="T17" fmla="*/ 92 h 150"/>
                <a:gd name="T18" fmla="*/ 205 w 451"/>
                <a:gd name="T19" fmla="*/ 86 h 150"/>
                <a:gd name="T20" fmla="*/ 195 w 451"/>
                <a:gd name="T21" fmla="*/ 78 h 150"/>
                <a:gd name="T22" fmla="*/ 190 w 451"/>
                <a:gd name="T23" fmla="*/ 66 h 150"/>
                <a:gd name="T24" fmla="*/ 190 w 451"/>
                <a:gd name="T25" fmla="*/ 52 h 150"/>
                <a:gd name="T26" fmla="*/ 195 w 451"/>
                <a:gd name="T27" fmla="*/ 39 h 150"/>
                <a:gd name="T28" fmla="*/ 205 w 451"/>
                <a:gd name="T29" fmla="*/ 31 h 150"/>
                <a:gd name="T30" fmla="*/ 217 w 451"/>
                <a:gd name="T31" fmla="*/ 25 h 150"/>
                <a:gd name="T32" fmla="*/ 224 w 451"/>
                <a:gd name="T33" fmla="*/ 24 h 150"/>
                <a:gd name="T34" fmla="*/ 1 w 451"/>
                <a:gd name="T35" fmla="*/ 68 h 150"/>
                <a:gd name="T36" fmla="*/ 4 w 451"/>
                <a:gd name="T37" fmla="*/ 85 h 150"/>
                <a:gd name="T38" fmla="*/ 11 w 451"/>
                <a:gd name="T39" fmla="*/ 102 h 150"/>
                <a:gd name="T40" fmla="*/ 20 w 451"/>
                <a:gd name="T41" fmla="*/ 116 h 150"/>
                <a:gd name="T42" fmla="*/ 33 w 451"/>
                <a:gd name="T43" fmla="*/ 129 h 150"/>
                <a:gd name="T44" fmla="*/ 47 w 451"/>
                <a:gd name="T45" fmla="*/ 139 h 150"/>
                <a:gd name="T46" fmla="*/ 63 w 451"/>
                <a:gd name="T47" fmla="*/ 145 h 150"/>
                <a:gd name="T48" fmla="*/ 82 w 451"/>
                <a:gd name="T49" fmla="*/ 149 h 150"/>
                <a:gd name="T50" fmla="*/ 360 w 451"/>
                <a:gd name="T51" fmla="*/ 150 h 150"/>
                <a:gd name="T52" fmla="*/ 379 w 451"/>
                <a:gd name="T53" fmla="*/ 148 h 150"/>
                <a:gd name="T54" fmla="*/ 395 w 451"/>
                <a:gd name="T55" fmla="*/ 143 h 150"/>
                <a:gd name="T56" fmla="*/ 409 w 451"/>
                <a:gd name="T57" fmla="*/ 135 h 150"/>
                <a:gd name="T58" fmla="*/ 422 w 451"/>
                <a:gd name="T59" fmla="*/ 124 h 150"/>
                <a:gd name="T60" fmla="*/ 433 w 451"/>
                <a:gd name="T61" fmla="*/ 111 h 150"/>
                <a:gd name="T62" fmla="*/ 442 w 451"/>
                <a:gd name="T63" fmla="*/ 96 h 150"/>
                <a:gd name="T64" fmla="*/ 447 w 451"/>
                <a:gd name="T65" fmla="*/ 79 h 150"/>
                <a:gd name="T66" fmla="*/ 451 w 451"/>
                <a:gd name="T67" fmla="*/ 60 h 150"/>
                <a:gd name="T68" fmla="*/ 0 w 451"/>
                <a:gd name="T69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51" h="150">
                  <a:moveTo>
                    <a:pt x="224" y="24"/>
                  </a:moveTo>
                  <a:lnTo>
                    <a:pt x="231" y="25"/>
                  </a:lnTo>
                  <a:lnTo>
                    <a:pt x="237" y="27"/>
                  </a:lnTo>
                  <a:lnTo>
                    <a:pt x="242" y="31"/>
                  </a:lnTo>
                  <a:lnTo>
                    <a:pt x="248" y="35"/>
                  </a:lnTo>
                  <a:lnTo>
                    <a:pt x="252" y="39"/>
                  </a:lnTo>
                  <a:lnTo>
                    <a:pt x="255" y="46"/>
                  </a:lnTo>
                  <a:lnTo>
                    <a:pt x="258" y="52"/>
                  </a:lnTo>
                  <a:lnTo>
                    <a:pt x="258" y="59"/>
                  </a:lnTo>
                  <a:lnTo>
                    <a:pt x="258" y="65"/>
                  </a:lnTo>
                  <a:lnTo>
                    <a:pt x="255" y="71"/>
                  </a:lnTo>
                  <a:lnTo>
                    <a:pt x="252" y="78"/>
                  </a:lnTo>
                  <a:lnTo>
                    <a:pt x="248" y="83"/>
                  </a:lnTo>
                  <a:lnTo>
                    <a:pt x="242" y="86"/>
                  </a:lnTo>
                  <a:lnTo>
                    <a:pt x="237" y="90"/>
                  </a:lnTo>
                  <a:lnTo>
                    <a:pt x="231" y="92"/>
                  </a:lnTo>
                  <a:lnTo>
                    <a:pt x="224" y="93"/>
                  </a:lnTo>
                  <a:lnTo>
                    <a:pt x="217" y="92"/>
                  </a:lnTo>
                  <a:lnTo>
                    <a:pt x="210" y="90"/>
                  </a:lnTo>
                  <a:lnTo>
                    <a:pt x="205" y="86"/>
                  </a:lnTo>
                  <a:lnTo>
                    <a:pt x="200" y="83"/>
                  </a:lnTo>
                  <a:lnTo>
                    <a:pt x="195" y="78"/>
                  </a:lnTo>
                  <a:lnTo>
                    <a:pt x="192" y="71"/>
                  </a:lnTo>
                  <a:lnTo>
                    <a:pt x="190" y="66"/>
                  </a:lnTo>
                  <a:lnTo>
                    <a:pt x="190" y="59"/>
                  </a:lnTo>
                  <a:lnTo>
                    <a:pt x="190" y="52"/>
                  </a:lnTo>
                  <a:lnTo>
                    <a:pt x="192" y="46"/>
                  </a:lnTo>
                  <a:lnTo>
                    <a:pt x="195" y="39"/>
                  </a:lnTo>
                  <a:lnTo>
                    <a:pt x="200" y="35"/>
                  </a:lnTo>
                  <a:lnTo>
                    <a:pt x="205" y="31"/>
                  </a:lnTo>
                  <a:lnTo>
                    <a:pt x="210" y="27"/>
                  </a:lnTo>
                  <a:lnTo>
                    <a:pt x="217" y="25"/>
                  </a:lnTo>
                  <a:lnTo>
                    <a:pt x="224" y="24"/>
                  </a:lnTo>
                  <a:lnTo>
                    <a:pt x="224" y="24"/>
                  </a:lnTo>
                  <a:close/>
                  <a:moveTo>
                    <a:pt x="0" y="59"/>
                  </a:moveTo>
                  <a:lnTo>
                    <a:pt x="1" y="68"/>
                  </a:lnTo>
                  <a:lnTo>
                    <a:pt x="2" y="77"/>
                  </a:lnTo>
                  <a:lnTo>
                    <a:pt x="4" y="85"/>
                  </a:lnTo>
                  <a:lnTo>
                    <a:pt x="8" y="94"/>
                  </a:lnTo>
                  <a:lnTo>
                    <a:pt x="11" y="102"/>
                  </a:lnTo>
                  <a:lnTo>
                    <a:pt x="16" y="109"/>
                  </a:lnTo>
                  <a:lnTo>
                    <a:pt x="20" y="116"/>
                  </a:lnTo>
                  <a:lnTo>
                    <a:pt x="27" y="123"/>
                  </a:lnTo>
                  <a:lnTo>
                    <a:pt x="33" y="129"/>
                  </a:lnTo>
                  <a:lnTo>
                    <a:pt x="40" y="134"/>
                  </a:lnTo>
                  <a:lnTo>
                    <a:pt x="47" y="139"/>
                  </a:lnTo>
                  <a:lnTo>
                    <a:pt x="56" y="142"/>
                  </a:lnTo>
                  <a:lnTo>
                    <a:pt x="63" y="145"/>
                  </a:lnTo>
                  <a:lnTo>
                    <a:pt x="72" y="148"/>
                  </a:lnTo>
                  <a:lnTo>
                    <a:pt x="82" y="149"/>
                  </a:lnTo>
                  <a:lnTo>
                    <a:pt x="90" y="150"/>
                  </a:lnTo>
                  <a:lnTo>
                    <a:pt x="360" y="150"/>
                  </a:lnTo>
                  <a:lnTo>
                    <a:pt x="370" y="149"/>
                  </a:lnTo>
                  <a:lnTo>
                    <a:pt x="379" y="148"/>
                  </a:lnTo>
                  <a:lnTo>
                    <a:pt x="386" y="145"/>
                  </a:lnTo>
                  <a:lnTo>
                    <a:pt x="395" y="143"/>
                  </a:lnTo>
                  <a:lnTo>
                    <a:pt x="402" y="139"/>
                  </a:lnTo>
                  <a:lnTo>
                    <a:pt x="409" y="135"/>
                  </a:lnTo>
                  <a:lnTo>
                    <a:pt x="415" y="130"/>
                  </a:lnTo>
                  <a:lnTo>
                    <a:pt x="422" y="124"/>
                  </a:lnTo>
                  <a:lnTo>
                    <a:pt x="428" y="117"/>
                  </a:lnTo>
                  <a:lnTo>
                    <a:pt x="433" y="111"/>
                  </a:lnTo>
                  <a:lnTo>
                    <a:pt x="438" y="104"/>
                  </a:lnTo>
                  <a:lnTo>
                    <a:pt x="442" y="96"/>
                  </a:lnTo>
                  <a:lnTo>
                    <a:pt x="445" y="87"/>
                  </a:lnTo>
                  <a:lnTo>
                    <a:pt x="447" y="79"/>
                  </a:lnTo>
                  <a:lnTo>
                    <a:pt x="449" y="69"/>
                  </a:lnTo>
                  <a:lnTo>
                    <a:pt x="451" y="60"/>
                  </a:lnTo>
                  <a:lnTo>
                    <a:pt x="451" y="0"/>
                  </a:lnTo>
                  <a:lnTo>
                    <a:pt x="0" y="0"/>
                  </a:lnTo>
                  <a:lnTo>
                    <a:pt x="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04" name="Figura a mano libera 2025">
              <a:extLst>
                <a:ext uri="{FF2B5EF4-FFF2-40B4-BE49-F238E27FC236}">
                  <a16:creationId xmlns:a16="http://schemas.microsoft.com/office/drawing/2014/main" id="{AD44BCFE-381C-4084-BB3E-AC4E2D2DE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5525" y="2017713"/>
              <a:ext cx="142875" cy="123825"/>
            </a:xfrm>
            <a:custGeom>
              <a:avLst/>
              <a:gdLst>
                <a:gd name="T0" fmla="*/ 318 w 451"/>
                <a:gd name="T1" fmla="*/ 0 h 390"/>
                <a:gd name="T2" fmla="*/ 30 w 451"/>
                <a:gd name="T3" fmla="*/ 0 h 390"/>
                <a:gd name="T4" fmla="*/ 0 w 451"/>
                <a:gd name="T5" fmla="*/ 0 h 390"/>
                <a:gd name="T6" fmla="*/ 0 w 451"/>
                <a:gd name="T7" fmla="*/ 390 h 390"/>
                <a:gd name="T8" fmla="*/ 451 w 451"/>
                <a:gd name="T9" fmla="*/ 390 h 390"/>
                <a:gd name="T10" fmla="*/ 451 w 451"/>
                <a:gd name="T11" fmla="*/ 30 h 390"/>
                <a:gd name="T12" fmla="*/ 375 w 451"/>
                <a:gd name="T13" fmla="*/ 30 h 390"/>
                <a:gd name="T14" fmla="*/ 367 w 451"/>
                <a:gd name="T15" fmla="*/ 29 h 390"/>
                <a:gd name="T16" fmla="*/ 359 w 451"/>
                <a:gd name="T17" fmla="*/ 27 h 390"/>
                <a:gd name="T18" fmla="*/ 351 w 451"/>
                <a:gd name="T19" fmla="*/ 25 h 390"/>
                <a:gd name="T20" fmla="*/ 343 w 451"/>
                <a:gd name="T21" fmla="*/ 21 h 390"/>
                <a:gd name="T22" fmla="*/ 336 w 451"/>
                <a:gd name="T23" fmla="*/ 17 h 390"/>
                <a:gd name="T24" fmla="*/ 329 w 451"/>
                <a:gd name="T25" fmla="*/ 12 h 390"/>
                <a:gd name="T26" fmla="*/ 323 w 451"/>
                <a:gd name="T27" fmla="*/ 6 h 390"/>
                <a:gd name="T28" fmla="*/ 318 w 451"/>
                <a:gd name="T29" fmla="*/ 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1" h="390">
                  <a:moveTo>
                    <a:pt x="318" y="0"/>
                  </a:moveTo>
                  <a:lnTo>
                    <a:pt x="30" y="0"/>
                  </a:lnTo>
                  <a:lnTo>
                    <a:pt x="0" y="0"/>
                  </a:lnTo>
                  <a:lnTo>
                    <a:pt x="0" y="390"/>
                  </a:lnTo>
                  <a:lnTo>
                    <a:pt x="451" y="390"/>
                  </a:lnTo>
                  <a:lnTo>
                    <a:pt x="451" y="30"/>
                  </a:lnTo>
                  <a:lnTo>
                    <a:pt x="375" y="30"/>
                  </a:lnTo>
                  <a:lnTo>
                    <a:pt x="367" y="29"/>
                  </a:lnTo>
                  <a:lnTo>
                    <a:pt x="359" y="27"/>
                  </a:lnTo>
                  <a:lnTo>
                    <a:pt x="351" y="25"/>
                  </a:lnTo>
                  <a:lnTo>
                    <a:pt x="343" y="21"/>
                  </a:lnTo>
                  <a:lnTo>
                    <a:pt x="336" y="17"/>
                  </a:lnTo>
                  <a:lnTo>
                    <a:pt x="329" y="12"/>
                  </a:lnTo>
                  <a:lnTo>
                    <a:pt x="323" y="6"/>
                  </a:lnTo>
                  <a:lnTo>
                    <a:pt x="3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05" name="Figura a mano libera 2026">
              <a:extLst>
                <a:ext uri="{FF2B5EF4-FFF2-40B4-BE49-F238E27FC236}">
                  <a16:creationId xmlns:a16="http://schemas.microsoft.com/office/drawing/2014/main" id="{53FDEEB6-B7E5-4317-BF5C-105279C6C6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10300" y="1922463"/>
              <a:ext cx="173038" cy="127000"/>
            </a:xfrm>
            <a:custGeom>
              <a:avLst/>
              <a:gdLst>
                <a:gd name="T0" fmla="*/ 360 w 542"/>
                <a:gd name="T1" fmla="*/ 172 h 400"/>
                <a:gd name="T2" fmla="*/ 351 w 542"/>
                <a:gd name="T3" fmla="*/ 166 h 400"/>
                <a:gd name="T4" fmla="*/ 348 w 542"/>
                <a:gd name="T5" fmla="*/ 155 h 400"/>
                <a:gd name="T6" fmla="*/ 351 w 542"/>
                <a:gd name="T7" fmla="*/ 144 h 400"/>
                <a:gd name="T8" fmla="*/ 360 w 542"/>
                <a:gd name="T9" fmla="*/ 138 h 400"/>
                <a:gd name="T10" fmla="*/ 372 w 542"/>
                <a:gd name="T11" fmla="*/ 137 h 400"/>
                <a:gd name="T12" fmla="*/ 381 w 542"/>
                <a:gd name="T13" fmla="*/ 142 h 400"/>
                <a:gd name="T14" fmla="*/ 385 w 542"/>
                <a:gd name="T15" fmla="*/ 152 h 400"/>
                <a:gd name="T16" fmla="*/ 384 w 542"/>
                <a:gd name="T17" fmla="*/ 163 h 400"/>
                <a:gd name="T18" fmla="*/ 378 w 542"/>
                <a:gd name="T19" fmla="*/ 171 h 400"/>
                <a:gd name="T20" fmla="*/ 367 w 542"/>
                <a:gd name="T21" fmla="*/ 174 h 400"/>
                <a:gd name="T22" fmla="*/ 269 w 542"/>
                <a:gd name="T23" fmla="*/ 174 h 400"/>
                <a:gd name="T24" fmla="*/ 259 w 542"/>
                <a:gd name="T25" fmla="*/ 169 h 400"/>
                <a:gd name="T26" fmla="*/ 254 w 542"/>
                <a:gd name="T27" fmla="*/ 159 h 400"/>
                <a:gd name="T28" fmla="*/ 256 w 542"/>
                <a:gd name="T29" fmla="*/ 148 h 400"/>
                <a:gd name="T30" fmla="*/ 262 w 542"/>
                <a:gd name="T31" fmla="*/ 140 h 400"/>
                <a:gd name="T32" fmla="*/ 273 w 542"/>
                <a:gd name="T33" fmla="*/ 137 h 400"/>
                <a:gd name="T34" fmla="*/ 284 w 542"/>
                <a:gd name="T35" fmla="*/ 140 h 400"/>
                <a:gd name="T36" fmla="*/ 290 w 542"/>
                <a:gd name="T37" fmla="*/ 148 h 400"/>
                <a:gd name="T38" fmla="*/ 291 w 542"/>
                <a:gd name="T39" fmla="*/ 159 h 400"/>
                <a:gd name="T40" fmla="*/ 286 w 542"/>
                <a:gd name="T41" fmla="*/ 169 h 400"/>
                <a:gd name="T42" fmla="*/ 276 w 542"/>
                <a:gd name="T43" fmla="*/ 174 h 400"/>
                <a:gd name="T44" fmla="*/ 177 w 542"/>
                <a:gd name="T45" fmla="*/ 174 h 400"/>
                <a:gd name="T46" fmla="*/ 168 w 542"/>
                <a:gd name="T47" fmla="*/ 171 h 400"/>
                <a:gd name="T48" fmla="*/ 160 w 542"/>
                <a:gd name="T49" fmla="*/ 163 h 400"/>
                <a:gd name="T50" fmla="*/ 159 w 542"/>
                <a:gd name="T51" fmla="*/ 152 h 400"/>
                <a:gd name="T52" fmla="*/ 165 w 542"/>
                <a:gd name="T53" fmla="*/ 142 h 400"/>
                <a:gd name="T54" fmla="*/ 174 w 542"/>
                <a:gd name="T55" fmla="*/ 137 h 400"/>
                <a:gd name="T56" fmla="*/ 185 w 542"/>
                <a:gd name="T57" fmla="*/ 138 h 400"/>
                <a:gd name="T58" fmla="*/ 193 w 542"/>
                <a:gd name="T59" fmla="*/ 144 h 400"/>
                <a:gd name="T60" fmla="*/ 197 w 542"/>
                <a:gd name="T61" fmla="*/ 155 h 400"/>
                <a:gd name="T62" fmla="*/ 193 w 542"/>
                <a:gd name="T63" fmla="*/ 166 h 400"/>
                <a:gd name="T64" fmla="*/ 185 w 542"/>
                <a:gd name="T65" fmla="*/ 173 h 400"/>
                <a:gd name="T66" fmla="*/ 177 w 542"/>
                <a:gd name="T67" fmla="*/ 174 h 400"/>
                <a:gd name="T68" fmla="*/ 37 w 542"/>
                <a:gd name="T69" fmla="*/ 1 h 400"/>
                <a:gd name="T70" fmla="*/ 14 w 542"/>
                <a:gd name="T71" fmla="*/ 14 h 400"/>
                <a:gd name="T72" fmla="*/ 2 w 542"/>
                <a:gd name="T73" fmla="*/ 36 h 400"/>
                <a:gd name="T74" fmla="*/ 2 w 542"/>
                <a:gd name="T75" fmla="*/ 264 h 400"/>
                <a:gd name="T76" fmla="*/ 14 w 542"/>
                <a:gd name="T77" fmla="*/ 287 h 400"/>
                <a:gd name="T78" fmla="*/ 37 w 542"/>
                <a:gd name="T79" fmla="*/ 300 h 400"/>
                <a:gd name="T80" fmla="*/ 91 w 542"/>
                <a:gd name="T81" fmla="*/ 301 h 400"/>
                <a:gd name="T82" fmla="*/ 172 w 542"/>
                <a:gd name="T83" fmla="*/ 302 h 400"/>
                <a:gd name="T84" fmla="*/ 178 w 542"/>
                <a:gd name="T85" fmla="*/ 307 h 400"/>
                <a:gd name="T86" fmla="*/ 182 w 542"/>
                <a:gd name="T87" fmla="*/ 316 h 400"/>
                <a:gd name="T88" fmla="*/ 280 w 542"/>
                <a:gd name="T89" fmla="*/ 303 h 400"/>
                <a:gd name="T90" fmla="*/ 288 w 542"/>
                <a:gd name="T91" fmla="*/ 301 h 400"/>
                <a:gd name="T92" fmla="*/ 513 w 542"/>
                <a:gd name="T93" fmla="*/ 297 h 400"/>
                <a:gd name="T94" fmla="*/ 533 w 542"/>
                <a:gd name="T95" fmla="*/ 280 h 400"/>
                <a:gd name="T96" fmla="*/ 542 w 542"/>
                <a:gd name="T97" fmla="*/ 255 h 400"/>
                <a:gd name="T98" fmla="*/ 538 w 542"/>
                <a:gd name="T99" fmla="*/ 29 h 400"/>
                <a:gd name="T100" fmla="*/ 522 w 542"/>
                <a:gd name="T101" fmla="*/ 8 h 400"/>
                <a:gd name="T102" fmla="*/ 497 w 542"/>
                <a:gd name="T103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42" h="400">
                  <a:moveTo>
                    <a:pt x="367" y="174"/>
                  </a:moveTo>
                  <a:lnTo>
                    <a:pt x="364" y="174"/>
                  </a:lnTo>
                  <a:lnTo>
                    <a:pt x="360" y="172"/>
                  </a:lnTo>
                  <a:lnTo>
                    <a:pt x="357" y="171"/>
                  </a:lnTo>
                  <a:lnTo>
                    <a:pt x="354" y="169"/>
                  </a:lnTo>
                  <a:lnTo>
                    <a:pt x="351" y="166"/>
                  </a:lnTo>
                  <a:lnTo>
                    <a:pt x="350" y="163"/>
                  </a:lnTo>
                  <a:lnTo>
                    <a:pt x="349" y="159"/>
                  </a:lnTo>
                  <a:lnTo>
                    <a:pt x="348" y="155"/>
                  </a:lnTo>
                  <a:lnTo>
                    <a:pt x="349" y="152"/>
                  </a:lnTo>
                  <a:lnTo>
                    <a:pt x="350" y="148"/>
                  </a:lnTo>
                  <a:lnTo>
                    <a:pt x="351" y="144"/>
                  </a:lnTo>
                  <a:lnTo>
                    <a:pt x="354" y="142"/>
                  </a:lnTo>
                  <a:lnTo>
                    <a:pt x="357" y="140"/>
                  </a:lnTo>
                  <a:lnTo>
                    <a:pt x="360" y="138"/>
                  </a:lnTo>
                  <a:lnTo>
                    <a:pt x="364" y="137"/>
                  </a:lnTo>
                  <a:lnTo>
                    <a:pt x="367" y="137"/>
                  </a:lnTo>
                  <a:lnTo>
                    <a:pt x="372" y="137"/>
                  </a:lnTo>
                  <a:lnTo>
                    <a:pt x="375" y="138"/>
                  </a:lnTo>
                  <a:lnTo>
                    <a:pt x="378" y="140"/>
                  </a:lnTo>
                  <a:lnTo>
                    <a:pt x="381" y="142"/>
                  </a:lnTo>
                  <a:lnTo>
                    <a:pt x="383" y="144"/>
                  </a:lnTo>
                  <a:lnTo>
                    <a:pt x="384" y="148"/>
                  </a:lnTo>
                  <a:lnTo>
                    <a:pt x="385" y="152"/>
                  </a:lnTo>
                  <a:lnTo>
                    <a:pt x="387" y="155"/>
                  </a:lnTo>
                  <a:lnTo>
                    <a:pt x="385" y="159"/>
                  </a:lnTo>
                  <a:lnTo>
                    <a:pt x="384" y="163"/>
                  </a:lnTo>
                  <a:lnTo>
                    <a:pt x="383" y="166"/>
                  </a:lnTo>
                  <a:lnTo>
                    <a:pt x="381" y="169"/>
                  </a:lnTo>
                  <a:lnTo>
                    <a:pt x="378" y="171"/>
                  </a:lnTo>
                  <a:lnTo>
                    <a:pt x="375" y="173"/>
                  </a:lnTo>
                  <a:lnTo>
                    <a:pt x="372" y="174"/>
                  </a:lnTo>
                  <a:lnTo>
                    <a:pt x="367" y="174"/>
                  </a:lnTo>
                  <a:lnTo>
                    <a:pt x="367" y="174"/>
                  </a:lnTo>
                  <a:close/>
                  <a:moveTo>
                    <a:pt x="273" y="174"/>
                  </a:moveTo>
                  <a:lnTo>
                    <a:pt x="269" y="174"/>
                  </a:lnTo>
                  <a:lnTo>
                    <a:pt x="265" y="172"/>
                  </a:lnTo>
                  <a:lnTo>
                    <a:pt x="262" y="171"/>
                  </a:lnTo>
                  <a:lnTo>
                    <a:pt x="259" y="169"/>
                  </a:lnTo>
                  <a:lnTo>
                    <a:pt x="257" y="166"/>
                  </a:lnTo>
                  <a:lnTo>
                    <a:pt x="256" y="163"/>
                  </a:lnTo>
                  <a:lnTo>
                    <a:pt x="254" y="159"/>
                  </a:lnTo>
                  <a:lnTo>
                    <a:pt x="254" y="155"/>
                  </a:lnTo>
                  <a:lnTo>
                    <a:pt x="254" y="152"/>
                  </a:lnTo>
                  <a:lnTo>
                    <a:pt x="256" y="148"/>
                  </a:lnTo>
                  <a:lnTo>
                    <a:pt x="257" y="144"/>
                  </a:lnTo>
                  <a:lnTo>
                    <a:pt x="259" y="142"/>
                  </a:lnTo>
                  <a:lnTo>
                    <a:pt x="262" y="140"/>
                  </a:lnTo>
                  <a:lnTo>
                    <a:pt x="265" y="138"/>
                  </a:lnTo>
                  <a:lnTo>
                    <a:pt x="269" y="137"/>
                  </a:lnTo>
                  <a:lnTo>
                    <a:pt x="273" y="137"/>
                  </a:lnTo>
                  <a:lnTo>
                    <a:pt x="276" y="137"/>
                  </a:lnTo>
                  <a:lnTo>
                    <a:pt x="280" y="138"/>
                  </a:lnTo>
                  <a:lnTo>
                    <a:pt x="284" y="140"/>
                  </a:lnTo>
                  <a:lnTo>
                    <a:pt x="286" y="142"/>
                  </a:lnTo>
                  <a:lnTo>
                    <a:pt x="288" y="144"/>
                  </a:lnTo>
                  <a:lnTo>
                    <a:pt x="290" y="148"/>
                  </a:lnTo>
                  <a:lnTo>
                    <a:pt x="291" y="152"/>
                  </a:lnTo>
                  <a:lnTo>
                    <a:pt x="291" y="155"/>
                  </a:lnTo>
                  <a:lnTo>
                    <a:pt x="291" y="159"/>
                  </a:lnTo>
                  <a:lnTo>
                    <a:pt x="290" y="163"/>
                  </a:lnTo>
                  <a:lnTo>
                    <a:pt x="288" y="166"/>
                  </a:lnTo>
                  <a:lnTo>
                    <a:pt x="286" y="169"/>
                  </a:lnTo>
                  <a:lnTo>
                    <a:pt x="284" y="171"/>
                  </a:lnTo>
                  <a:lnTo>
                    <a:pt x="280" y="173"/>
                  </a:lnTo>
                  <a:lnTo>
                    <a:pt x="276" y="174"/>
                  </a:lnTo>
                  <a:lnTo>
                    <a:pt x="273" y="174"/>
                  </a:lnTo>
                  <a:lnTo>
                    <a:pt x="273" y="174"/>
                  </a:lnTo>
                  <a:close/>
                  <a:moveTo>
                    <a:pt x="177" y="174"/>
                  </a:moveTo>
                  <a:lnTo>
                    <a:pt x="174" y="174"/>
                  </a:lnTo>
                  <a:lnTo>
                    <a:pt x="171" y="172"/>
                  </a:lnTo>
                  <a:lnTo>
                    <a:pt x="168" y="171"/>
                  </a:lnTo>
                  <a:lnTo>
                    <a:pt x="165" y="169"/>
                  </a:lnTo>
                  <a:lnTo>
                    <a:pt x="162" y="166"/>
                  </a:lnTo>
                  <a:lnTo>
                    <a:pt x="160" y="163"/>
                  </a:lnTo>
                  <a:lnTo>
                    <a:pt x="159" y="159"/>
                  </a:lnTo>
                  <a:lnTo>
                    <a:pt x="159" y="155"/>
                  </a:lnTo>
                  <a:lnTo>
                    <a:pt x="159" y="152"/>
                  </a:lnTo>
                  <a:lnTo>
                    <a:pt x="160" y="148"/>
                  </a:lnTo>
                  <a:lnTo>
                    <a:pt x="162" y="144"/>
                  </a:lnTo>
                  <a:lnTo>
                    <a:pt x="165" y="142"/>
                  </a:lnTo>
                  <a:lnTo>
                    <a:pt x="168" y="140"/>
                  </a:lnTo>
                  <a:lnTo>
                    <a:pt x="171" y="138"/>
                  </a:lnTo>
                  <a:lnTo>
                    <a:pt x="174" y="137"/>
                  </a:lnTo>
                  <a:lnTo>
                    <a:pt x="177" y="137"/>
                  </a:lnTo>
                  <a:lnTo>
                    <a:pt x="182" y="137"/>
                  </a:lnTo>
                  <a:lnTo>
                    <a:pt x="185" y="138"/>
                  </a:lnTo>
                  <a:lnTo>
                    <a:pt x="188" y="140"/>
                  </a:lnTo>
                  <a:lnTo>
                    <a:pt x="191" y="142"/>
                  </a:lnTo>
                  <a:lnTo>
                    <a:pt x="193" y="144"/>
                  </a:lnTo>
                  <a:lnTo>
                    <a:pt x="196" y="148"/>
                  </a:lnTo>
                  <a:lnTo>
                    <a:pt x="197" y="152"/>
                  </a:lnTo>
                  <a:lnTo>
                    <a:pt x="197" y="155"/>
                  </a:lnTo>
                  <a:lnTo>
                    <a:pt x="197" y="159"/>
                  </a:lnTo>
                  <a:lnTo>
                    <a:pt x="196" y="163"/>
                  </a:lnTo>
                  <a:lnTo>
                    <a:pt x="193" y="166"/>
                  </a:lnTo>
                  <a:lnTo>
                    <a:pt x="191" y="169"/>
                  </a:lnTo>
                  <a:lnTo>
                    <a:pt x="188" y="171"/>
                  </a:lnTo>
                  <a:lnTo>
                    <a:pt x="185" y="173"/>
                  </a:lnTo>
                  <a:lnTo>
                    <a:pt x="182" y="174"/>
                  </a:lnTo>
                  <a:lnTo>
                    <a:pt x="177" y="174"/>
                  </a:lnTo>
                  <a:lnTo>
                    <a:pt x="177" y="174"/>
                  </a:lnTo>
                  <a:close/>
                  <a:moveTo>
                    <a:pt x="497" y="0"/>
                  </a:moveTo>
                  <a:lnTo>
                    <a:pt x="45" y="0"/>
                  </a:lnTo>
                  <a:lnTo>
                    <a:pt x="37" y="1"/>
                  </a:lnTo>
                  <a:lnTo>
                    <a:pt x="29" y="4"/>
                  </a:lnTo>
                  <a:lnTo>
                    <a:pt x="22" y="8"/>
                  </a:lnTo>
                  <a:lnTo>
                    <a:pt x="14" y="14"/>
                  </a:lnTo>
                  <a:lnTo>
                    <a:pt x="9" y="21"/>
                  </a:lnTo>
                  <a:lnTo>
                    <a:pt x="5" y="29"/>
                  </a:lnTo>
                  <a:lnTo>
                    <a:pt x="2" y="36"/>
                  </a:lnTo>
                  <a:lnTo>
                    <a:pt x="0" y="45"/>
                  </a:lnTo>
                  <a:lnTo>
                    <a:pt x="0" y="255"/>
                  </a:lnTo>
                  <a:lnTo>
                    <a:pt x="2" y="264"/>
                  </a:lnTo>
                  <a:lnTo>
                    <a:pt x="5" y="272"/>
                  </a:lnTo>
                  <a:lnTo>
                    <a:pt x="9" y="280"/>
                  </a:lnTo>
                  <a:lnTo>
                    <a:pt x="14" y="287"/>
                  </a:lnTo>
                  <a:lnTo>
                    <a:pt x="22" y="292"/>
                  </a:lnTo>
                  <a:lnTo>
                    <a:pt x="29" y="297"/>
                  </a:lnTo>
                  <a:lnTo>
                    <a:pt x="37" y="300"/>
                  </a:lnTo>
                  <a:lnTo>
                    <a:pt x="45" y="301"/>
                  </a:lnTo>
                  <a:lnTo>
                    <a:pt x="76" y="301"/>
                  </a:lnTo>
                  <a:lnTo>
                    <a:pt x="91" y="301"/>
                  </a:lnTo>
                  <a:lnTo>
                    <a:pt x="167" y="301"/>
                  </a:lnTo>
                  <a:lnTo>
                    <a:pt x="169" y="301"/>
                  </a:lnTo>
                  <a:lnTo>
                    <a:pt x="172" y="302"/>
                  </a:lnTo>
                  <a:lnTo>
                    <a:pt x="174" y="303"/>
                  </a:lnTo>
                  <a:lnTo>
                    <a:pt x="176" y="305"/>
                  </a:lnTo>
                  <a:lnTo>
                    <a:pt x="178" y="307"/>
                  </a:lnTo>
                  <a:lnTo>
                    <a:pt x="180" y="310"/>
                  </a:lnTo>
                  <a:lnTo>
                    <a:pt x="181" y="313"/>
                  </a:lnTo>
                  <a:lnTo>
                    <a:pt x="182" y="316"/>
                  </a:lnTo>
                  <a:lnTo>
                    <a:pt x="182" y="400"/>
                  </a:lnTo>
                  <a:lnTo>
                    <a:pt x="278" y="305"/>
                  </a:lnTo>
                  <a:lnTo>
                    <a:pt x="280" y="303"/>
                  </a:lnTo>
                  <a:lnTo>
                    <a:pt x="283" y="302"/>
                  </a:lnTo>
                  <a:lnTo>
                    <a:pt x="286" y="301"/>
                  </a:lnTo>
                  <a:lnTo>
                    <a:pt x="288" y="301"/>
                  </a:lnTo>
                  <a:lnTo>
                    <a:pt x="497" y="301"/>
                  </a:lnTo>
                  <a:lnTo>
                    <a:pt x="506" y="300"/>
                  </a:lnTo>
                  <a:lnTo>
                    <a:pt x="513" y="297"/>
                  </a:lnTo>
                  <a:lnTo>
                    <a:pt x="522" y="292"/>
                  </a:lnTo>
                  <a:lnTo>
                    <a:pt x="528" y="287"/>
                  </a:lnTo>
                  <a:lnTo>
                    <a:pt x="533" y="280"/>
                  </a:lnTo>
                  <a:lnTo>
                    <a:pt x="538" y="272"/>
                  </a:lnTo>
                  <a:lnTo>
                    <a:pt x="541" y="264"/>
                  </a:lnTo>
                  <a:lnTo>
                    <a:pt x="542" y="255"/>
                  </a:lnTo>
                  <a:lnTo>
                    <a:pt x="542" y="45"/>
                  </a:lnTo>
                  <a:lnTo>
                    <a:pt x="541" y="36"/>
                  </a:lnTo>
                  <a:lnTo>
                    <a:pt x="538" y="29"/>
                  </a:lnTo>
                  <a:lnTo>
                    <a:pt x="533" y="21"/>
                  </a:lnTo>
                  <a:lnTo>
                    <a:pt x="528" y="14"/>
                  </a:lnTo>
                  <a:lnTo>
                    <a:pt x="522" y="8"/>
                  </a:lnTo>
                  <a:lnTo>
                    <a:pt x="513" y="4"/>
                  </a:lnTo>
                  <a:lnTo>
                    <a:pt x="506" y="1"/>
                  </a:lnTo>
                  <a:lnTo>
                    <a:pt x="497" y="0"/>
                  </a:lnTo>
                  <a:lnTo>
                    <a:pt x="49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grpSp>
        <p:nvGrpSpPr>
          <p:cNvPr id="106" name="Gruppo 105" descr="Icona di carta. ">
            <a:extLst>
              <a:ext uri="{FF2B5EF4-FFF2-40B4-BE49-F238E27FC236}">
                <a16:creationId xmlns:a16="http://schemas.microsoft.com/office/drawing/2014/main" id="{5A7B4376-F48C-4D8D-B85C-E30B7B3E6434}"/>
              </a:ext>
            </a:extLst>
          </p:cNvPr>
          <p:cNvGrpSpPr/>
          <p:nvPr/>
        </p:nvGrpSpPr>
        <p:grpSpPr>
          <a:xfrm>
            <a:off x="8841182" y="1368977"/>
            <a:ext cx="220663" cy="285750"/>
            <a:chOff x="4926013" y="796925"/>
            <a:chExt cx="220663" cy="285750"/>
          </a:xfrm>
          <a:solidFill>
            <a:schemeClr val="bg1"/>
          </a:solidFill>
        </p:grpSpPr>
        <p:sp>
          <p:nvSpPr>
            <p:cNvPr id="107" name="Rettangolo 946">
              <a:extLst>
                <a:ext uri="{FF2B5EF4-FFF2-40B4-BE49-F238E27FC236}">
                  <a16:creationId xmlns:a16="http://schemas.microsoft.com/office/drawing/2014/main" id="{E782BD69-3279-4D29-AD06-A103E2126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6025" y="996950"/>
              <a:ext cx="30163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08" name="Rettangolo 947">
              <a:extLst>
                <a:ext uri="{FF2B5EF4-FFF2-40B4-BE49-F238E27FC236}">
                  <a16:creationId xmlns:a16="http://schemas.microsoft.com/office/drawing/2014/main" id="{F640AD22-6F68-4745-898A-0D4AADEA2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125" y="930275"/>
              <a:ext cx="28575" cy="952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09" name="Rettangolo 948">
              <a:extLst>
                <a:ext uri="{FF2B5EF4-FFF2-40B4-BE49-F238E27FC236}">
                  <a16:creationId xmlns:a16="http://schemas.microsoft.com/office/drawing/2014/main" id="{78786D45-C595-4A69-9D2B-EB0280EF2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7925" y="977900"/>
              <a:ext cx="28575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10" name="Figura a mano libera 949">
              <a:extLst>
                <a:ext uri="{FF2B5EF4-FFF2-40B4-BE49-F238E27FC236}">
                  <a16:creationId xmlns:a16="http://schemas.microsoft.com/office/drawing/2014/main" id="{CF9052AD-F144-4CD7-B6F9-E2E57C7EB7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26013" y="796925"/>
              <a:ext cx="220663" cy="285750"/>
            </a:xfrm>
            <a:custGeom>
              <a:avLst/>
              <a:gdLst>
                <a:gd name="T0" fmla="*/ 349 w 553"/>
                <a:gd name="T1" fmla="*/ 11 h 722"/>
                <a:gd name="T2" fmla="*/ 349 w 553"/>
                <a:gd name="T3" fmla="*/ 204 h 722"/>
                <a:gd name="T4" fmla="*/ 445 w 553"/>
                <a:gd name="T5" fmla="*/ 590 h 722"/>
                <a:gd name="T6" fmla="*/ 445 w 553"/>
                <a:gd name="T7" fmla="*/ 590 h 722"/>
                <a:gd name="T8" fmla="*/ 444 w 553"/>
                <a:gd name="T9" fmla="*/ 595 h 722"/>
                <a:gd name="T10" fmla="*/ 438 w 553"/>
                <a:gd name="T11" fmla="*/ 601 h 722"/>
                <a:gd name="T12" fmla="*/ 145 w 553"/>
                <a:gd name="T13" fmla="*/ 602 h 722"/>
                <a:gd name="T14" fmla="*/ 135 w 553"/>
                <a:gd name="T15" fmla="*/ 599 h 722"/>
                <a:gd name="T16" fmla="*/ 132 w 553"/>
                <a:gd name="T17" fmla="*/ 590 h 722"/>
                <a:gd name="T18" fmla="*/ 133 w 553"/>
                <a:gd name="T19" fmla="*/ 236 h 722"/>
                <a:gd name="T20" fmla="*/ 139 w 553"/>
                <a:gd name="T21" fmla="*/ 230 h 722"/>
                <a:gd name="T22" fmla="*/ 149 w 553"/>
                <a:gd name="T23" fmla="*/ 230 h 722"/>
                <a:gd name="T24" fmla="*/ 155 w 553"/>
                <a:gd name="T25" fmla="*/ 236 h 722"/>
                <a:gd name="T26" fmla="*/ 156 w 553"/>
                <a:gd name="T27" fmla="*/ 434 h 722"/>
                <a:gd name="T28" fmla="*/ 238 w 553"/>
                <a:gd name="T29" fmla="*/ 434 h 722"/>
                <a:gd name="T30" fmla="*/ 239 w 553"/>
                <a:gd name="T31" fmla="*/ 434 h 722"/>
                <a:gd name="T32" fmla="*/ 246 w 553"/>
                <a:gd name="T33" fmla="*/ 435 h 722"/>
                <a:gd name="T34" fmla="*/ 252 w 553"/>
                <a:gd name="T35" fmla="*/ 441 h 722"/>
                <a:gd name="T36" fmla="*/ 253 w 553"/>
                <a:gd name="T37" fmla="*/ 481 h 722"/>
                <a:gd name="T38" fmla="*/ 325 w 553"/>
                <a:gd name="T39" fmla="*/ 324 h 722"/>
                <a:gd name="T40" fmla="*/ 328 w 553"/>
                <a:gd name="T41" fmla="*/ 316 h 722"/>
                <a:gd name="T42" fmla="*/ 337 w 553"/>
                <a:gd name="T43" fmla="*/ 313 h 722"/>
                <a:gd name="T44" fmla="*/ 438 w 553"/>
                <a:gd name="T45" fmla="*/ 314 h 722"/>
                <a:gd name="T46" fmla="*/ 444 w 553"/>
                <a:gd name="T47" fmla="*/ 320 h 722"/>
                <a:gd name="T48" fmla="*/ 445 w 553"/>
                <a:gd name="T49" fmla="*/ 590 h 722"/>
                <a:gd name="T50" fmla="*/ 358 w 553"/>
                <a:gd name="T51" fmla="*/ 3 h 722"/>
                <a:gd name="T52" fmla="*/ 349 w 553"/>
                <a:gd name="T53" fmla="*/ 0 h 722"/>
                <a:gd name="T54" fmla="*/ 7 w 553"/>
                <a:gd name="T55" fmla="*/ 1 h 722"/>
                <a:gd name="T56" fmla="*/ 1 w 553"/>
                <a:gd name="T57" fmla="*/ 7 h 722"/>
                <a:gd name="T58" fmla="*/ 0 w 553"/>
                <a:gd name="T59" fmla="*/ 710 h 722"/>
                <a:gd name="T60" fmla="*/ 3 w 553"/>
                <a:gd name="T61" fmla="*/ 719 h 722"/>
                <a:gd name="T62" fmla="*/ 12 w 553"/>
                <a:gd name="T63" fmla="*/ 722 h 722"/>
                <a:gd name="T64" fmla="*/ 546 w 553"/>
                <a:gd name="T65" fmla="*/ 721 h 722"/>
                <a:gd name="T66" fmla="*/ 552 w 553"/>
                <a:gd name="T67" fmla="*/ 715 h 722"/>
                <a:gd name="T68" fmla="*/ 553 w 553"/>
                <a:gd name="T69" fmla="*/ 204 h 722"/>
                <a:gd name="T70" fmla="*/ 550 w 553"/>
                <a:gd name="T71" fmla="*/ 196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3" h="722">
                  <a:moveTo>
                    <a:pt x="349" y="204"/>
                  </a:moveTo>
                  <a:lnTo>
                    <a:pt x="349" y="11"/>
                  </a:lnTo>
                  <a:lnTo>
                    <a:pt x="541" y="204"/>
                  </a:lnTo>
                  <a:lnTo>
                    <a:pt x="349" y="204"/>
                  </a:lnTo>
                  <a:close/>
                  <a:moveTo>
                    <a:pt x="445" y="590"/>
                  </a:moveTo>
                  <a:lnTo>
                    <a:pt x="445" y="590"/>
                  </a:lnTo>
                  <a:lnTo>
                    <a:pt x="445" y="590"/>
                  </a:lnTo>
                  <a:lnTo>
                    <a:pt x="445" y="590"/>
                  </a:lnTo>
                  <a:lnTo>
                    <a:pt x="445" y="590"/>
                  </a:lnTo>
                  <a:lnTo>
                    <a:pt x="444" y="595"/>
                  </a:lnTo>
                  <a:lnTo>
                    <a:pt x="441" y="599"/>
                  </a:lnTo>
                  <a:lnTo>
                    <a:pt x="438" y="601"/>
                  </a:lnTo>
                  <a:lnTo>
                    <a:pt x="433" y="602"/>
                  </a:lnTo>
                  <a:lnTo>
                    <a:pt x="145" y="602"/>
                  </a:lnTo>
                  <a:lnTo>
                    <a:pt x="139" y="601"/>
                  </a:lnTo>
                  <a:lnTo>
                    <a:pt x="135" y="599"/>
                  </a:lnTo>
                  <a:lnTo>
                    <a:pt x="133" y="595"/>
                  </a:lnTo>
                  <a:lnTo>
                    <a:pt x="132" y="590"/>
                  </a:lnTo>
                  <a:lnTo>
                    <a:pt x="132" y="241"/>
                  </a:lnTo>
                  <a:lnTo>
                    <a:pt x="133" y="236"/>
                  </a:lnTo>
                  <a:lnTo>
                    <a:pt x="135" y="232"/>
                  </a:lnTo>
                  <a:lnTo>
                    <a:pt x="139" y="230"/>
                  </a:lnTo>
                  <a:lnTo>
                    <a:pt x="145" y="229"/>
                  </a:lnTo>
                  <a:lnTo>
                    <a:pt x="149" y="230"/>
                  </a:lnTo>
                  <a:lnTo>
                    <a:pt x="153" y="232"/>
                  </a:lnTo>
                  <a:lnTo>
                    <a:pt x="155" y="236"/>
                  </a:lnTo>
                  <a:lnTo>
                    <a:pt x="156" y="241"/>
                  </a:lnTo>
                  <a:lnTo>
                    <a:pt x="156" y="434"/>
                  </a:lnTo>
                  <a:lnTo>
                    <a:pt x="238" y="434"/>
                  </a:lnTo>
                  <a:lnTo>
                    <a:pt x="238" y="434"/>
                  </a:lnTo>
                  <a:lnTo>
                    <a:pt x="239" y="435"/>
                  </a:lnTo>
                  <a:lnTo>
                    <a:pt x="239" y="434"/>
                  </a:lnTo>
                  <a:lnTo>
                    <a:pt x="240" y="434"/>
                  </a:lnTo>
                  <a:lnTo>
                    <a:pt x="246" y="435"/>
                  </a:lnTo>
                  <a:lnTo>
                    <a:pt x="249" y="437"/>
                  </a:lnTo>
                  <a:lnTo>
                    <a:pt x="252" y="441"/>
                  </a:lnTo>
                  <a:lnTo>
                    <a:pt x="253" y="446"/>
                  </a:lnTo>
                  <a:lnTo>
                    <a:pt x="253" y="481"/>
                  </a:lnTo>
                  <a:lnTo>
                    <a:pt x="325" y="481"/>
                  </a:lnTo>
                  <a:lnTo>
                    <a:pt x="325" y="324"/>
                  </a:lnTo>
                  <a:lnTo>
                    <a:pt x="326" y="320"/>
                  </a:lnTo>
                  <a:lnTo>
                    <a:pt x="328" y="316"/>
                  </a:lnTo>
                  <a:lnTo>
                    <a:pt x="332" y="314"/>
                  </a:lnTo>
                  <a:lnTo>
                    <a:pt x="337" y="313"/>
                  </a:lnTo>
                  <a:lnTo>
                    <a:pt x="433" y="313"/>
                  </a:lnTo>
                  <a:lnTo>
                    <a:pt x="438" y="314"/>
                  </a:lnTo>
                  <a:lnTo>
                    <a:pt x="441" y="316"/>
                  </a:lnTo>
                  <a:lnTo>
                    <a:pt x="444" y="320"/>
                  </a:lnTo>
                  <a:lnTo>
                    <a:pt x="445" y="324"/>
                  </a:lnTo>
                  <a:lnTo>
                    <a:pt x="445" y="590"/>
                  </a:lnTo>
                  <a:close/>
                  <a:moveTo>
                    <a:pt x="550" y="196"/>
                  </a:moveTo>
                  <a:lnTo>
                    <a:pt x="358" y="3"/>
                  </a:lnTo>
                  <a:lnTo>
                    <a:pt x="354" y="0"/>
                  </a:lnTo>
                  <a:lnTo>
                    <a:pt x="349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710"/>
                  </a:lnTo>
                  <a:lnTo>
                    <a:pt x="1" y="715"/>
                  </a:lnTo>
                  <a:lnTo>
                    <a:pt x="3" y="719"/>
                  </a:lnTo>
                  <a:lnTo>
                    <a:pt x="7" y="721"/>
                  </a:lnTo>
                  <a:lnTo>
                    <a:pt x="12" y="722"/>
                  </a:lnTo>
                  <a:lnTo>
                    <a:pt x="541" y="722"/>
                  </a:lnTo>
                  <a:lnTo>
                    <a:pt x="546" y="721"/>
                  </a:lnTo>
                  <a:lnTo>
                    <a:pt x="550" y="719"/>
                  </a:lnTo>
                  <a:lnTo>
                    <a:pt x="552" y="715"/>
                  </a:lnTo>
                  <a:lnTo>
                    <a:pt x="553" y="710"/>
                  </a:lnTo>
                  <a:lnTo>
                    <a:pt x="553" y="204"/>
                  </a:lnTo>
                  <a:lnTo>
                    <a:pt x="552" y="200"/>
                  </a:lnTo>
                  <a:lnTo>
                    <a:pt x="55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grpSp>
        <p:nvGrpSpPr>
          <p:cNvPr id="111" name="Gruppo 110" descr="Icona del simbolo che rappresenta l'email.">
            <a:extLst>
              <a:ext uri="{FF2B5EF4-FFF2-40B4-BE49-F238E27FC236}">
                <a16:creationId xmlns:a16="http://schemas.microsoft.com/office/drawing/2014/main" id="{20CE09B7-A9E8-4791-ABE4-6FEC5916661D}"/>
              </a:ext>
            </a:extLst>
          </p:cNvPr>
          <p:cNvGrpSpPr/>
          <p:nvPr/>
        </p:nvGrpSpPr>
        <p:grpSpPr>
          <a:xfrm>
            <a:off x="7698977" y="1368977"/>
            <a:ext cx="285750" cy="285750"/>
            <a:chOff x="11028363" y="771525"/>
            <a:chExt cx="285750" cy="285750"/>
          </a:xfrm>
          <a:solidFill>
            <a:schemeClr val="bg1"/>
          </a:solidFill>
        </p:grpSpPr>
        <p:sp>
          <p:nvSpPr>
            <p:cNvPr id="112" name="Figura a mano libera 3620">
              <a:extLst>
                <a:ext uri="{FF2B5EF4-FFF2-40B4-BE49-F238E27FC236}">
                  <a16:creationId xmlns:a16="http://schemas.microsoft.com/office/drawing/2014/main" id="{849DA0EF-7528-4EE0-8C56-4F1997586C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33125" y="776288"/>
              <a:ext cx="277812" cy="276225"/>
            </a:xfrm>
            <a:custGeom>
              <a:avLst/>
              <a:gdLst>
                <a:gd name="T0" fmla="*/ 158 w 697"/>
                <a:gd name="T1" fmla="*/ 510 h 698"/>
                <a:gd name="T2" fmla="*/ 133 w 697"/>
                <a:gd name="T3" fmla="*/ 481 h 698"/>
                <a:gd name="T4" fmla="*/ 136 w 697"/>
                <a:gd name="T5" fmla="*/ 237 h 698"/>
                <a:gd name="T6" fmla="*/ 167 w 697"/>
                <a:gd name="T7" fmla="*/ 208 h 698"/>
                <a:gd name="T8" fmla="*/ 517 w 697"/>
                <a:gd name="T9" fmla="*/ 206 h 698"/>
                <a:gd name="T10" fmla="*/ 555 w 697"/>
                <a:gd name="T11" fmla="*/ 225 h 698"/>
                <a:gd name="T12" fmla="*/ 565 w 697"/>
                <a:gd name="T13" fmla="*/ 469 h 698"/>
                <a:gd name="T14" fmla="*/ 548 w 697"/>
                <a:gd name="T15" fmla="*/ 504 h 698"/>
                <a:gd name="T16" fmla="*/ 505 w 697"/>
                <a:gd name="T17" fmla="*/ 518 h 698"/>
                <a:gd name="T18" fmla="*/ 550 w 697"/>
                <a:gd name="T19" fmla="*/ 533 h 698"/>
                <a:gd name="T20" fmla="*/ 571 w 697"/>
                <a:gd name="T21" fmla="*/ 533 h 698"/>
                <a:gd name="T22" fmla="*/ 633 w 697"/>
                <a:gd name="T23" fmla="*/ 550 h 698"/>
                <a:gd name="T24" fmla="*/ 669 w 697"/>
                <a:gd name="T25" fmla="*/ 484 h 698"/>
                <a:gd name="T26" fmla="*/ 688 w 697"/>
                <a:gd name="T27" fmla="*/ 427 h 698"/>
                <a:gd name="T28" fmla="*/ 696 w 697"/>
                <a:gd name="T29" fmla="*/ 365 h 698"/>
                <a:gd name="T30" fmla="*/ 693 w 697"/>
                <a:gd name="T31" fmla="*/ 302 h 698"/>
                <a:gd name="T32" fmla="*/ 681 w 697"/>
                <a:gd name="T33" fmla="*/ 242 h 698"/>
                <a:gd name="T34" fmla="*/ 656 w 697"/>
                <a:gd name="T35" fmla="*/ 187 h 698"/>
                <a:gd name="T36" fmla="*/ 582 w 697"/>
                <a:gd name="T37" fmla="*/ 158 h 698"/>
                <a:gd name="T38" fmla="*/ 560 w 697"/>
                <a:gd name="T39" fmla="*/ 167 h 698"/>
                <a:gd name="T40" fmla="*/ 539 w 697"/>
                <a:gd name="T41" fmla="*/ 158 h 698"/>
                <a:gd name="T42" fmla="*/ 530 w 697"/>
                <a:gd name="T43" fmla="*/ 136 h 698"/>
                <a:gd name="T44" fmla="*/ 539 w 697"/>
                <a:gd name="T45" fmla="*/ 116 h 698"/>
                <a:gd name="T46" fmla="*/ 511 w 697"/>
                <a:gd name="T47" fmla="*/ 41 h 698"/>
                <a:gd name="T48" fmla="*/ 456 w 697"/>
                <a:gd name="T49" fmla="*/ 17 h 698"/>
                <a:gd name="T50" fmla="*/ 395 w 697"/>
                <a:gd name="T51" fmla="*/ 4 h 698"/>
                <a:gd name="T52" fmla="*/ 333 w 697"/>
                <a:gd name="T53" fmla="*/ 2 h 698"/>
                <a:gd name="T54" fmla="*/ 271 w 697"/>
                <a:gd name="T55" fmla="*/ 9 h 698"/>
                <a:gd name="T56" fmla="*/ 213 w 697"/>
                <a:gd name="T57" fmla="*/ 29 h 698"/>
                <a:gd name="T58" fmla="*/ 148 w 697"/>
                <a:gd name="T59" fmla="*/ 65 h 698"/>
                <a:gd name="T60" fmla="*/ 164 w 697"/>
                <a:gd name="T61" fmla="*/ 126 h 698"/>
                <a:gd name="T62" fmla="*/ 164 w 697"/>
                <a:gd name="T63" fmla="*/ 148 h 698"/>
                <a:gd name="T64" fmla="*/ 148 w 697"/>
                <a:gd name="T65" fmla="*/ 165 h 698"/>
                <a:gd name="T66" fmla="*/ 124 w 697"/>
                <a:gd name="T67" fmla="*/ 165 h 698"/>
                <a:gd name="T68" fmla="*/ 63 w 697"/>
                <a:gd name="T69" fmla="*/ 148 h 698"/>
                <a:gd name="T70" fmla="*/ 27 w 697"/>
                <a:gd name="T71" fmla="*/ 214 h 698"/>
                <a:gd name="T72" fmla="*/ 9 w 697"/>
                <a:gd name="T73" fmla="*/ 271 h 698"/>
                <a:gd name="T74" fmla="*/ 0 w 697"/>
                <a:gd name="T75" fmla="*/ 333 h 698"/>
                <a:gd name="T76" fmla="*/ 2 w 697"/>
                <a:gd name="T77" fmla="*/ 396 h 698"/>
                <a:gd name="T78" fmla="*/ 17 w 697"/>
                <a:gd name="T79" fmla="*/ 456 h 698"/>
                <a:gd name="T80" fmla="*/ 40 w 697"/>
                <a:gd name="T81" fmla="*/ 511 h 698"/>
                <a:gd name="T82" fmla="*/ 115 w 697"/>
                <a:gd name="T83" fmla="*/ 540 h 698"/>
                <a:gd name="T84" fmla="*/ 136 w 697"/>
                <a:gd name="T85" fmla="*/ 532 h 698"/>
                <a:gd name="T86" fmla="*/ 158 w 697"/>
                <a:gd name="T87" fmla="*/ 540 h 698"/>
                <a:gd name="T88" fmla="*/ 167 w 697"/>
                <a:gd name="T89" fmla="*/ 562 h 698"/>
                <a:gd name="T90" fmla="*/ 158 w 697"/>
                <a:gd name="T91" fmla="*/ 582 h 698"/>
                <a:gd name="T92" fmla="*/ 186 w 697"/>
                <a:gd name="T93" fmla="*/ 658 h 698"/>
                <a:gd name="T94" fmla="*/ 241 w 697"/>
                <a:gd name="T95" fmla="*/ 681 h 698"/>
                <a:gd name="T96" fmla="*/ 302 w 697"/>
                <a:gd name="T97" fmla="*/ 695 h 698"/>
                <a:gd name="T98" fmla="*/ 365 w 697"/>
                <a:gd name="T99" fmla="*/ 698 h 698"/>
                <a:gd name="T100" fmla="*/ 426 w 697"/>
                <a:gd name="T101" fmla="*/ 689 h 698"/>
                <a:gd name="T102" fmla="*/ 484 w 697"/>
                <a:gd name="T103" fmla="*/ 671 h 698"/>
                <a:gd name="T104" fmla="*/ 550 w 697"/>
                <a:gd name="T105" fmla="*/ 635 h 698"/>
                <a:gd name="T106" fmla="*/ 533 w 697"/>
                <a:gd name="T107" fmla="*/ 573 h 698"/>
                <a:gd name="T108" fmla="*/ 533 w 697"/>
                <a:gd name="T109" fmla="*/ 55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97" h="698">
                  <a:moveTo>
                    <a:pt x="193" y="518"/>
                  </a:moveTo>
                  <a:lnTo>
                    <a:pt x="180" y="517"/>
                  </a:lnTo>
                  <a:lnTo>
                    <a:pt x="168" y="514"/>
                  </a:lnTo>
                  <a:lnTo>
                    <a:pt x="158" y="510"/>
                  </a:lnTo>
                  <a:lnTo>
                    <a:pt x="149" y="504"/>
                  </a:lnTo>
                  <a:lnTo>
                    <a:pt x="141" y="497"/>
                  </a:lnTo>
                  <a:lnTo>
                    <a:pt x="136" y="490"/>
                  </a:lnTo>
                  <a:lnTo>
                    <a:pt x="133" y="481"/>
                  </a:lnTo>
                  <a:lnTo>
                    <a:pt x="132" y="470"/>
                  </a:lnTo>
                  <a:lnTo>
                    <a:pt x="132" y="258"/>
                  </a:lnTo>
                  <a:lnTo>
                    <a:pt x="133" y="247"/>
                  </a:lnTo>
                  <a:lnTo>
                    <a:pt x="136" y="237"/>
                  </a:lnTo>
                  <a:lnTo>
                    <a:pt x="141" y="228"/>
                  </a:lnTo>
                  <a:lnTo>
                    <a:pt x="149" y="220"/>
                  </a:lnTo>
                  <a:lnTo>
                    <a:pt x="157" y="214"/>
                  </a:lnTo>
                  <a:lnTo>
                    <a:pt x="167" y="208"/>
                  </a:lnTo>
                  <a:lnTo>
                    <a:pt x="178" y="206"/>
                  </a:lnTo>
                  <a:lnTo>
                    <a:pt x="193" y="205"/>
                  </a:lnTo>
                  <a:lnTo>
                    <a:pt x="505" y="205"/>
                  </a:lnTo>
                  <a:lnTo>
                    <a:pt x="517" y="206"/>
                  </a:lnTo>
                  <a:lnTo>
                    <a:pt x="529" y="208"/>
                  </a:lnTo>
                  <a:lnTo>
                    <a:pt x="539" y="212"/>
                  </a:lnTo>
                  <a:lnTo>
                    <a:pt x="548" y="219"/>
                  </a:lnTo>
                  <a:lnTo>
                    <a:pt x="555" y="225"/>
                  </a:lnTo>
                  <a:lnTo>
                    <a:pt x="560" y="234"/>
                  </a:lnTo>
                  <a:lnTo>
                    <a:pt x="564" y="243"/>
                  </a:lnTo>
                  <a:lnTo>
                    <a:pt x="565" y="253"/>
                  </a:lnTo>
                  <a:lnTo>
                    <a:pt x="565" y="469"/>
                  </a:lnTo>
                  <a:lnTo>
                    <a:pt x="564" y="479"/>
                  </a:lnTo>
                  <a:lnTo>
                    <a:pt x="560" y="490"/>
                  </a:lnTo>
                  <a:lnTo>
                    <a:pt x="555" y="497"/>
                  </a:lnTo>
                  <a:lnTo>
                    <a:pt x="548" y="504"/>
                  </a:lnTo>
                  <a:lnTo>
                    <a:pt x="539" y="510"/>
                  </a:lnTo>
                  <a:lnTo>
                    <a:pt x="529" y="514"/>
                  </a:lnTo>
                  <a:lnTo>
                    <a:pt x="517" y="517"/>
                  </a:lnTo>
                  <a:lnTo>
                    <a:pt x="505" y="518"/>
                  </a:lnTo>
                  <a:lnTo>
                    <a:pt x="193" y="518"/>
                  </a:lnTo>
                  <a:close/>
                  <a:moveTo>
                    <a:pt x="539" y="540"/>
                  </a:moveTo>
                  <a:lnTo>
                    <a:pt x="544" y="536"/>
                  </a:lnTo>
                  <a:lnTo>
                    <a:pt x="550" y="533"/>
                  </a:lnTo>
                  <a:lnTo>
                    <a:pt x="555" y="532"/>
                  </a:lnTo>
                  <a:lnTo>
                    <a:pt x="560" y="532"/>
                  </a:lnTo>
                  <a:lnTo>
                    <a:pt x="566" y="532"/>
                  </a:lnTo>
                  <a:lnTo>
                    <a:pt x="571" y="533"/>
                  </a:lnTo>
                  <a:lnTo>
                    <a:pt x="577" y="536"/>
                  </a:lnTo>
                  <a:lnTo>
                    <a:pt x="582" y="540"/>
                  </a:lnTo>
                  <a:lnTo>
                    <a:pt x="615" y="573"/>
                  </a:lnTo>
                  <a:lnTo>
                    <a:pt x="633" y="550"/>
                  </a:lnTo>
                  <a:lnTo>
                    <a:pt x="650" y="524"/>
                  </a:lnTo>
                  <a:lnTo>
                    <a:pt x="656" y="511"/>
                  </a:lnTo>
                  <a:lnTo>
                    <a:pt x="664" y="499"/>
                  </a:lnTo>
                  <a:lnTo>
                    <a:pt x="669" y="484"/>
                  </a:lnTo>
                  <a:lnTo>
                    <a:pt x="675" y="470"/>
                  </a:lnTo>
                  <a:lnTo>
                    <a:pt x="681" y="456"/>
                  </a:lnTo>
                  <a:lnTo>
                    <a:pt x="684" y="442"/>
                  </a:lnTo>
                  <a:lnTo>
                    <a:pt x="688" y="427"/>
                  </a:lnTo>
                  <a:lnTo>
                    <a:pt x="691" y="411"/>
                  </a:lnTo>
                  <a:lnTo>
                    <a:pt x="693" y="396"/>
                  </a:lnTo>
                  <a:lnTo>
                    <a:pt x="696" y="380"/>
                  </a:lnTo>
                  <a:lnTo>
                    <a:pt x="696" y="365"/>
                  </a:lnTo>
                  <a:lnTo>
                    <a:pt x="697" y="350"/>
                  </a:lnTo>
                  <a:lnTo>
                    <a:pt x="696" y="333"/>
                  </a:lnTo>
                  <a:lnTo>
                    <a:pt x="696" y="318"/>
                  </a:lnTo>
                  <a:lnTo>
                    <a:pt x="693" y="302"/>
                  </a:lnTo>
                  <a:lnTo>
                    <a:pt x="691" y="287"/>
                  </a:lnTo>
                  <a:lnTo>
                    <a:pt x="688" y="271"/>
                  </a:lnTo>
                  <a:lnTo>
                    <a:pt x="684" y="257"/>
                  </a:lnTo>
                  <a:lnTo>
                    <a:pt x="681" y="242"/>
                  </a:lnTo>
                  <a:lnTo>
                    <a:pt x="675" y="228"/>
                  </a:lnTo>
                  <a:lnTo>
                    <a:pt x="669" y="214"/>
                  </a:lnTo>
                  <a:lnTo>
                    <a:pt x="664" y="201"/>
                  </a:lnTo>
                  <a:lnTo>
                    <a:pt x="656" y="187"/>
                  </a:lnTo>
                  <a:lnTo>
                    <a:pt x="650" y="174"/>
                  </a:lnTo>
                  <a:lnTo>
                    <a:pt x="633" y="148"/>
                  </a:lnTo>
                  <a:lnTo>
                    <a:pt x="615" y="125"/>
                  </a:lnTo>
                  <a:lnTo>
                    <a:pt x="582" y="158"/>
                  </a:lnTo>
                  <a:lnTo>
                    <a:pt x="577" y="162"/>
                  </a:lnTo>
                  <a:lnTo>
                    <a:pt x="571" y="165"/>
                  </a:lnTo>
                  <a:lnTo>
                    <a:pt x="566" y="167"/>
                  </a:lnTo>
                  <a:lnTo>
                    <a:pt x="560" y="167"/>
                  </a:lnTo>
                  <a:lnTo>
                    <a:pt x="555" y="166"/>
                  </a:lnTo>
                  <a:lnTo>
                    <a:pt x="550" y="165"/>
                  </a:lnTo>
                  <a:lnTo>
                    <a:pt x="544" y="162"/>
                  </a:lnTo>
                  <a:lnTo>
                    <a:pt x="539" y="158"/>
                  </a:lnTo>
                  <a:lnTo>
                    <a:pt x="535" y="153"/>
                  </a:lnTo>
                  <a:lnTo>
                    <a:pt x="533" y="148"/>
                  </a:lnTo>
                  <a:lnTo>
                    <a:pt x="532" y="143"/>
                  </a:lnTo>
                  <a:lnTo>
                    <a:pt x="530" y="136"/>
                  </a:lnTo>
                  <a:lnTo>
                    <a:pt x="532" y="131"/>
                  </a:lnTo>
                  <a:lnTo>
                    <a:pt x="533" y="126"/>
                  </a:lnTo>
                  <a:lnTo>
                    <a:pt x="535" y="121"/>
                  </a:lnTo>
                  <a:lnTo>
                    <a:pt x="539" y="116"/>
                  </a:lnTo>
                  <a:lnTo>
                    <a:pt x="573" y="83"/>
                  </a:lnTo>
                  <a:lnTo>
                    <a:pt x="550" y="65"/>
                  </a:lnTo>
                  <a:lnTo>
                    <a:pt x="524" y="48"/>
                  </a:lnTo>
                  <a:lnTo>
                    <a:pt x="511" y="41"/>
                  </a:lnTo>
                  <a:lnTo>
                    <a:pt x="497" y="34"/>
                  </a:lnTo>
                  <a:lnTo>
                    <a:pt x="484" y="29"/>
                  </a:lnTo>
                  <a:lnTo>
                    <a:pt x="470" y="22"/>
                  </a:lnTo>
                  <a:lnTo>
                    <a:pt x="456" y="17"/>
                  </a:lnTo>
                  <a:lnTo>
                    <a:pt x="440" y="13"/>
                  </a:lnTo>
                  <a:lnTo>
                    <a:pt x="426" y="9"/>
                  </a:lnTo>
                  <a:lnTo>
                    <a:pt x="411" y="7"/>
                  </a:lnTo>
                  <a:lnTo>
                    <a:pt x="395" y="4"/>
                  </a:lnTo>
                  <a:lnTo>
                    <a:pt x="380" y="2"/>
                  </a:lnTo>
                  <a:lnTo>
                    <a:pt x="365" y="2"/>
                  </a:lnTo>
                  <a:lnTo>
                    <a:pt x="348" y="0"/>
                  </a:lnTo>
                  <a:lnTo>
                    <a:pt x="333" y="2"/>
                  </a:lnTo>
                  <a:lnTo>
                    <a:pt x="317" y="2"/>
                  </a:lnTo>
                  <a:lnTo>
                    <a:pt x="302" y="4"/>
                  </a:lnTo>
                  <a:lnTo>
                    <a:pt x="286" y="7"/>
                  </a:lnTo>
                  <a:lnTo>
                    <a:pt x="271" y="9"/>
                  </a:lnTo>
                  <a:lnTo>
                    <a:pt x="255" y="13"/>
                  </a:lnTo>
                  <a:lnTo>
                    <a:pt x="241" y="17"/>
                  </a:lnTo>
                  <a:lnTo>
                    <a:pt x="227" y="22"/>
                  </a:lnTo>
                  <a:lnTo>
                    <a:pt x="213" y="29"/>
                  </a:lnTo>
                  <a:lnTo>
                    <a:pt x="199" y="34"/>
                  </a:lnTo>
                  <a:lnTo>
                    <a:pt x="186" y="41"/>
                  </a:lnTo>
                  <a:lnTo>
                    <a:pt x="173" y="48"/>
                  </a:lnTo>
                  <a:lnTo>
                    <a:pt x="148" y="65"/>
                  </a:lnTo>
                  <a:lnTo>
                    <a:pt x="124" y="83"/>
                  </a:lnTo>
                  <a:lnTo>
                    <a:pt x="158" y="116"/>
                  </a:lnTo>
                  <a:lnTo>
                    <a:pt x="162" y="121"/>
                  </a:lnTo>
                  <a:lnTo>
                    <a:pt x="164" y="126"/>
                  </a:lnTo>
                  <a:lnTo>
                    <a:pt x="166" y="131"/>
                  </a:lnTo>
                  <a:lnTo>
                    <a:pt x="167" y="136"/>
                  </a:lnTo>
                  <a:lnTo>
                    <a:pt x="166" y="143"/>
                  </a:lnTo>
                  <a:lnTo>
                    <a:pt x="164" y="148"/>
                  </a:lnTo>
                  <a:lnTo>
                    <a:pt x="162" y="153"/>
                  </a:lnTo>
                  <a:lnTo>
                    <a:pt x="158" y="158"/>
                  </a:lnTo>
                  <a:lnTo>
                    <a:pt x="153" y="162"/>
                  </a:lnTo>
                  <a:lnTo>
                    <a:pt x="148" y="165"/>
                  </a:lnTo>
                  <a:lnTo>
                    <a:pt x="142" y="167"/>
                  </a:lnTo>
                  <a:lnTo>
                    <a:pt x="136" y="167"/>
                  </a:lnTo>
                  <a:lnTo>
                    <a:pt x="131" y="166"/>
                  </a:lnTo>
                  <a:lnTo>
                    <a:pt x="124" y="165"/>
                  </a:lnTo>
                  <a:lnTo>
                    <a:pt x="119" y="162"/>
                  </a:lnTo>
                  <a:lnTo>
                    <a:pt x="115" y="158"/>
                  </a:lnTo>
                  <a:lnTo>
                    <a:pt x="82" y="125"/>
                  </a:lnTo>
                  <a:lnTo>
                    <a:pt x="63" y="148"/>
                  </a:lnTo>
                  <a:lnTo>
                    <a:pt x="47" y="174"/>
                  </a:lnTo>
                  <a:lnTo>
                    <a:pt x="40" y="187"/>
                  </a:lnTo>
                  <a:lnTo>
                    <a:pt x="33" y="201"/>
                  </a:lnTo>
                  <a:lnTo>
                    <a:pt x="27" y="214"/>
                  </a:lnTo>
                  <a:lnTo>
                    <a:pt x="22" y="228"/>
                  </a:lnTo>
                  <a:lnTo>
                    <a:pt x="17" y="242"/>
                  </a:lnTo>
                  <a:lnTo>
                    <a:pt x="13" y="257"/>
                  </a:lnTo>
                  <a:lnTo>
                    <a:pt x="9" y="271"/>
                  </a:lnTo>
                  <a:lnTo>
                    <a:pt x="5" y="287"/>
                  </a:lnTo>
                  <a:lnTo>
                    <a:pt x="2" y="302"/>
                  </a:lnTo>
                  <a:lnTo>
                    <a:pt x="1" y="318"/>
                  </a:lnTo>
                  <a:lnTo>
                    <a:pt x="0" y="333"/>
                  </a:lnTo>
                  <a:lnTo>
                    <a:pt x="0" y="350"/>
                  </a:lnTo>
                  <a:lnTo>
                    <a:pt x="0" y="365"/>
                  </a:lnTo>
                  <a:lnTo>
                    <a:pt x="1" y="380"/>
                  </a:lnTo>
                  <a:lnTo>
                    <a:pt x="2" y="396"/>
                  </a:lnTo>
                  <a:lnTo>
                    <a:pt x="5" y="411"/>
                  </a:lnTo>
                  <a:lnTo>
                    <a:pt x="9" y="427"/>
                  </a:lnTo>
                  <a:lnTo>
                    <a:pt x="13" y="442"/>
                  </a:lnTo>
                  <a:lnTo>
                    <a:pt x="17" y="456"/>
                  </a:lnTo>
                  <a:lnTo>
                    <a:pt x="22" y="470"/>
                  </a:lnTo>
                  <a:lnTo>
                    <a:pt x="27" y="484"/>
                  </a:lnTo>
                  <a:lnTo>
                    <a:pt x="33" y="499"/>
                  </a:lnTo>
                  <a:lnTo>
                    <a:pt x="40" y="511"/>
                  </a:lnTo>
                  <a:lnTo>
                    <a:pt x="47" y="524"/>
                  </a:lnTo>
                  <a:lnTo>
                    <a:pt x="63" y="550"/>
                  </a:lnTo>
                  <a:lnTo>
                    <a:pt x="82" y="573"/>
                  </a:lnTo>
                  <a:lnTo>
                    <a:pt x="115" y="540"/>
                  </a:lnTo>
                  <a:lnTo>
                    <a:pt x="119" y="536"/>
                  </a:lnTo>
                  <a:lnTo>
                    <a:pt x="124" y="533"/>
                  </a:lnTo>
                  <a:lnTo>
                    <a:pt x="131" y="532"/>
                  </a:lnTo>
                  <a:lnTo>
                    <a:pt x="136" y="532"/>
                  </a:lnTo>
                  <a:lnTo>
                    <a:pt x="142" y="532"/>
                  </a:lnTo>
                  <a:lnTo>
                    <a:pt x="148" y="533"/>
                  </a:lnTo>
                  <a:lnTo>
                    <a:pt x="153" y="536"/>
                  </a:lnTo>
                  <a:lnTo>
                    <a:pt x="158" y="540"/>
                  </a:lnTo>
                  <a:lnTo>
                    <a:pt x="162" y="545"/>
                  </a:lnTo>
                  <a:lnTo>
                    <a:pt x="164" y="550"/>
                  </a:lnTo>
                  <a:lnTo>
                    <a:pt x="166" y="555"/>
                  </a:lnTo>
                  <a:lnTo>
                    <a:pt x="167" y="562"/>
                  </a:lnTo>
                  <a:lnTo>
                    <a:pt x="166" y="567"/>
                  </a:lnTo>
                  <a:lnTo>
                    <a:pt x="164" y="573"/>
                  </a:lnTo>
                  <a:lnTo>
                    <a:pt x="162" y="578"/>
                  </a:lnTo>
                  <a:lnTo>
                    <a:pt x="158" y="582"/>
                  </a:lnTo>
                  <a:lnTo>
                    <a:pt x="124" y="615"/>
                  </a:lnTo>
                  <a:lnTo>
                    <a:pt x="148" y="635"/>
                  </a:lnTo>
                  <a:lnTo>
                    <a:pt x="173" y="650"/>
                  </a:lnTo>
                  <a:lnTo>
                    <a:pt x="186" y="658"/>
                  </a:lnTo>
                  <a:lnTo>
                    <a:pt x="199" y="664"/>
                  </a:lnTo>
                  <a:lnTo>
                    <a:pt x="213" y="671"/>
                  </a:lnTo>
                  <a:lnTo>
                    <a:pt x="227" y="676"/>
                  </a:lnTo>
                  <a:lnTo>
                    <a:pt x="241" y="681"/>
                  </a:lnTo>
                  <a:lnTo>
                    <a:pt x="255" y="685"/>
                  </a:lnTo>
                  <a:lnTo>
                    <a:pt x="271" y="689"/>
                  </a:lnTo>
                  <a:lnTo>
                    <a:pt x="286" y="693"/>
                  </a:lnTo>
                  <a:lnTo>
                    <a:pt x="302" y="695"/>
                  </a:lnTo>
                  <a:lnTo>
                    <a:pt x="317" y="696"/>
                  </a:lnTo>
                  <a:lnTo>
                    <a:pt x="333" y="698"/>
                  </a:lnTo>
                  <a:lnTo>
                    <a:pt x="348" y="698"/>
                  </a:lnTo>
                  <a:lnTo>
                    <a:pt x="365" y="698"/>
                  </a:lnTo>
                  <a:lnTo>
                    <a:pt x="380" y="696"/>
                  </a:lnTo>
                  <a:lnTo>
                    <a:pt x="395" y="695"/>
                  </a:lnTo>
                  <a:lnTo>
                    <a:pt x="411" y="693"/>
                  </a:lnTo>
                  <a:lnTo>
                    <a:pt x="426" y="689"/>
                  </a:lnTo>
                  <a:lnTo>
                    <a:pt x="440" y="685"/>
                  </a:lnTo>
                  <a:lnTo>
                    <a:pt x="456" y="681"/>
                  </a:lnTo>
                  <a:lnTo>
                    <a:pt x="470" y="676"/>
                  </a:lnTo>
                  <a:lnTo>
                    <a:pt x="484" y="671"/>
                  </a:lnTo>
                  <a:lnTo>
                    <a:pt x="497" y="664"/>
                  </a:lnTo>
                  <a:lnTo>
                    <a:pt x="511" y="658"/>
                  </a:lnTo>
                  <a:lnTo>
                    <a:pt x="524" y="650"/>
                  </a:lnTo>
                  <a:lnTo>
                    <a:pt x="550" y="635"/>
                  </a:lnTo>
                  <a:lnTo>
                    <a:pt x="573" y="615"/>
                  </a:lnTo>
                  <a:lnTo>
                    <a:pt x="539" y="582"/>
                  </a:lnTo>
                  <a:lnTo>
                    <a:pt x="535" y="578"/>
                  </a:lnTo>
                  <a:lnTo>
                    <a:pt x="533" y="573"/>
                  </a:lnTo>
                  <a:lnTo>
                    <a:pt x="532" y="567"/>
                  </a:lnTo>
                  <a:lnTo>
                    <a:pt x="530" y="562"/>
                  </a:lnTo>
                  <a:lnTo>
                    <a:pt x="532" y="555"/>
                  </a:lnTo>
                  <a:lnTo>
                    <a:pt x="533" y="550"/>
                  </a:lnTo>
                  <a:lnTo>
                    <a:pt x="535" y="545"/>
                  </a:lnTo>
                  <a:lnTo>
                    <a:pt x="539" y="5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13" name="Figura a mano libera 3621">
              <a:extLst>
                <a:ext uri="{FF2B5EF4-FFF2-40B4-BE49-F238E27FC236}">
                  <a16:creationId xmlns:a16="http://schemas.microsoft.com/office/drawing/2014/main" id="{AD76D8F2-24A8-45C7-93D1-4E507EA27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9325" y="885825"/>
              <a:ext cx="123825" cy="71438"/>
            </a:xfrm>
            <a:custGeom>
              <a:avLst/>
              <a:gdLst>
                <a:gd name="T0" fmla="*/ 220 w 312"/>
                <a:gd name="T1" fmla="*/ 82 h 180"/>
                <a:gd name="T2" fmla="*/ 295 w 312"/>
                <a:gd name="T3" fmla="*/ 20 h 180"/>
                <a:gd name="T4" fmla="*/ 299 w 312"/>
                <a:gd name="T5" fmla="*/ 16 h 180"/>
                <a:gd name="T6" fmla="*/ 300 w 312"/>
                <a:gd name="T7" fmla="*/ 13 h 180"/>
                <a:gd name="T8" fmla="*/ 299 w 312"/>
                <a:gd name="T9" fmla="*/ 7 h 180"/>
                <a:gd name="T10" fmla="*/ 296 w 312"/>
                <a:gd name="T11" fmla="*/ 4 h 180"/>
                <a:gd name="T12" fmla="*/ 294 w 312"/>
                <a:gd name="T13" fmla="*/ 1 h 180"/>
                <a:gd name="T14" fmla="*/ 288 w 312"/>
                <a:gd name="T15" fmla="*/ 0 h 180"/>
                <a:gd name="T16" fmla="*/ 285 w 312"/>
                <a:gd name="T17" fmla="*/ 0 h 180"/>
                <a:gd name="T18" fmla="*/ 279 w 312"/>
                <a:gd name="T19" fmla="*/ 2 h 180"/>
                <a:gd name="T20" fmla="*/ 155 w 312"/>
                <a:gd name="T21" fmla="*/ 104 h 180"/>
                <a:gd name="T22" fmla="*/ 30 w 312"/>
                <a:gd name="T23" fmla="*/ 2 h 180"/>
                <a:gd name="T24" fmla="*/ 26 w 312"/>
                <a:gd name="T25" fmla="*/ 0 h 180"/>
                <a:gd name="T26" fmla="*/ 21 w 312"/>
                <a:gd name="T27" fmla="*/ 0 h 180"/>
                <a:gd name="T28" fmla="*/ 18 w 312"/>
                <a:gd name="T29" fmla="*/ 1 h 180"/>
                <a:gd name="T30" fmla="*/ 14 w 312"/>
                <a:gd name="T31" fmla="*/ 4 h 180"/>
                <a:gd name="T32" fmla="*/ 11 w 312"/>
                <a:gd name="T33" fmla="*/ 7 h 180"/>
                <a:gd name="T34" fmla="*/ 11 w 312"/>
                <a:gd name="T35" fmla="*/ 13 h 180"/>
                <a:gd name="T36" fmla="*/ 12 w 312"/>
                <a:gd name="T37" fmla="*/ 16 h 180"/>
                <a:gd name="T38" fmla="*/ 15 w 312"/>
                <a:gd name="T39" fmla="*/ 20 h 180"/>
                <a:gd name="T40" fmla="*/ 91 w 312"/>
                <a:gd name="T41" fmla="*/ 82 h 180"/>
                <a:gd name="T42" fmla="*/ 3 w 312"/>
                <a:gd name="T43" fmla="*/ 159 h 180"/>
                <a:gd name="T44" fmla="*/ 1 w 312"/>
                <a:gd name="T45" fmla="*/ 162 h 180"/>
                <a:gd name="T46" fmla="*/ 0 w 312"/>
                <a:gd name="T47" fmla="*/ 167 h 180"/>
                <a:gd name="T48" fmla="*/ 0 w 312"/>
                <a:gd name="T49" fmla="*/ 172 h 180"/>
                <a:gd name="T50" fmla="*/ 2 w 312"/>
                <a:gd name="T51" fmla="*/ 176 h 180"/>
                <a:gd name="T52" fmla="*/ 6 w 312"/>
                <a:gd name="T53" fmla="*/ 178 h 180"/>
                <a:gd name="T54" fmla="*/ 11 w 312"/>
                <a:gd name="T55" fmla="*/ 180 h 180"/>
                <a:gd name="T56" fmla="*/ 15 w 312"/>
                <a:gd name="T57" fmla="*/ 178 h 180"/>
                <a:gd name="T58" fmla="*/ 19 w 312"/>
                <a:gd name="T59" fmla="*/ 177 h 180"/>
                <a:gd name="T60" fmla="*/ 110 w 312"/>
                <a:gd name="T61" fmla="*/ 97 h 180"/>
                <a:gd name="T62" fmla="*/ 147 w 312"/>
                <a:gd name="T63" fmla="*/ 128 h 180"/>
                <a:gd name="T64" fmla="*/ 151 w 312"/>
                <a:gd name="T65" fmla="*/ 131 h 180"/>
                <a:gd name="T66" fmla="*/ 155 w 312"/>
                <a:gd name="T67" fmla="*/ 132 h 180"/>
                <a:gd name="T68" fmla="*/ 159 w 312"/>
                <a:gd name="T69" fmla="*/ 131 h 180"/>
                <a:gd name="T70" fmla="*/ 163 w 312"/>
                <a:gd name="T71" fmla="*/ 128 h 180"/>
                <a:gd name="T72" fmla="*/ 201 w 312"/>
                <a:gd name="T73" fmla="*/ 97 h 180"/>
                <a:gd name="T74" fmla="*/ 291 w 312"/>
                <a:gd name="T75" fmla="*/ 177 h 180"/>
                <a:gd name="T76" fmla="*/ 295 w 312"/>
                <a:gd name="T77" fmla="*/ 178 h 180"/>
                <a:gd name="T78" fmla="*/ 300 w 312"/>
                <a:gd name="T79" fmla="*/ 180 h 180"/>
                <a:gd name="T80" fmla="*/ 304 w 312"/>
                <a:gd name="T81" fmla="*/ 178 h 180"/>
                <a:gd name="T82" fmla="*/ 309 w 312"/>
                <a:gd name="T83" fmla="*/ 176 h 180"/>
                <a:gd name="T84" fmla="*/ 310 w 312"/>
                <a:gd name="T85" fmla="*/ 172 h 180"/>
                <a:gd name="T86" fmla="*/ 312 w 312"/>
                <a:gd name="T87" fmla="*/ 167 h 180"/>
                <a:gd name="T88" fmla="*/ 310 w 312"/>
                <a:gd name="T89" fmla="*/ 162 h 180"/>
                <a:gd name="T90" fmla="*/ 308 w 312"/>
                <a:gd name="T91" fmla="*/ 159 h 180"/>
                <a:gd name="T92" fmla="*/ 220 w 312"/>
                <a:gd name="T93" fmla="*/ 82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12" h="180">
                  <a:moveTo>
                    <a:pt x="220" y="82"/>
                  </a:moveTo>
                  <a:lnTo>
                    <a:pt x="295" y="20"/>
                  </a:lnTo>
                  <a:lnTo>
                    <a:pt x="299" y="16"/>
                  </a:lnTo>
                  <a:lnTo>
                    <a:pt x="300" y="13"/>
                  </a:lnTo>
                  <a:lnTo>
                    <a:pt x="299" y="7"/>
                  </a:lnTo>
                  <a:lnTo>
                    <a:pt x="296" y="4"/>
                  </a:lnTo>
                  <a:lnTo>
                    <a:pt x="294" y="1"/>
                  </a:lnTo>
                  <a:lnTo>
                    <a:pt x="288" y="0"/>
                  </a:lnTo>
                  <a:lnTo>
                    <a:pt x="285" y="0"/>
                  </a:lnTo>
                  <a:lnTo>
                    <a:pt x="279" y="2"/>
                  </a:lnTo>
                  <a:lnTo>
                    <a:pt x="155" y="104"/>
                  </a:lnTo>
                  <a:lnTo>
                    <a:pt x="30" y="2"/>
                  </a:lnTo>
                  <a:lnTo>
                    <a:pt x="26" y="0"/>
                  </a:lnTo>
                  <a:lnTo>
                    <a:pt x="21" y="0"/>
                  </a:lnTo>
                  <a:lnTo>
                    <a:pt x="18" y="1"/>
                  </a:lnTo>
                  <a:lnTo>
                    <a:pt x="14" y="4"/>
                  </a:lnTo>
                  <a:lnTo>
                    <a:pt x="11" y="7"/>
                  </a:lnTo>
                  <a:lnTo>
                    <a:pt x="11" y="13"/>
                  </a:lnTo>
                  <a:lnTo>
                    <a:pt x="12" y="16"/>
                  </a:lnTo>
                  <a:lnTo>
                    <a:pt x="15" y="20"/>
                  </a:lnTo>
                  <a:lnTo>
                    <a:pt x="91" y="82"/>
                  </a:lnTo>
                  <a:lnTo>
                    <a:pt x="3" y="159"/>
                  </a:lnTo>
                  <a:lnTo>
                    <a:pt x="1" y="162"/>
                  </a:lnTo>
                  <a:lnTo>
                    <a:pt x="0" y="167"/>
                  </a:lnTo>
                  <a:lnTo>
                    <a:pt x="0" y="172"/>
                  </a:lnTo>
                  <a:lnTo>
                    <a:pt x="2" y="176"/>
                  </a:lnTo>
                  <a:lnTo>
                    <a:pt x="6" y="178"/>
                  </a:lnTo>
                  <a:lnTo>
                    <a:pt x="11" y="180"/>
                  </a:lnTo>
                  <a:lnTo>
                    <a:pt x="15" y="178"/>
                  </a:lnTo>
                  <a:lnTo>
                    <a:pt x="19" y="177"/>
                  </a:lnTo>
                  <a:lnTo>
                    <a:pt x="110" y="97"/>
                  </a:lnTo>
                  <a:lnTo>
                    <a:pt x="147" y="128"/>
                  </a:lnTo>
                  <a:lnTo>
                    <a:pt x="151" y="131"/>
                  </a:lnTo>
                  <a:lnTo>
                    <a:pt x="155" y="132"/>
                  </a:lnTo>
                  <a:lnTo>
                    <a:pt x="159" y="131"/>
                  </a:lnTo>
                  <a:lnTo>
                    <a:pt x="163" y="128"/>
                  </a:lnTo>
                  <a:lnTo>
                    <a:pt x="201" y="97"/>
                  </a:lnTo>
                  <a:lnTo>
                    <a:pt x="291" y="177"/>
                  </a:lnTo>
                  <a:lnTo>
                    <a:pt x="295" y="178"/>
                  </a:lnTo>
                  <a:lnTo>
                    <a:pt x="300" y="180"/>
                  </a:lnTo>
                  <a:lnTo>
                    <a:pt x="304" y="178"/>
                  </a:lnTo>
                  <a:lnTo>
                    <a:pt x="309" y="176"/>
                  </a:lnTo>
                  <a:lnTo>
                    <a:pt x="310" y="172"/>
                  </a:lnTo>
                  <a:lnTo>
                    <a:pt x="312" y="167"/>
                  </a:lnTo>
                  <a:lnTo>
                    <a:pt x="310" y="162"/>
                  </a:lnTo>
                  <a:lnTo>
                    <a:pt x="308" y="159"/>
                  </a:lnTo>
                  <a:lnTo>
                    <a:pt x="220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14" name="Figura a mano libera 3622">
              <a:extLst>
                <a:ext uri="{FF2B5EF4-FFF2-40B4-BE49-F238E27FC236}">
                  <a16:creationId xmlns:a16="http://schemas.microsoft.com/office/drawing/2014/main" id="{BFC5AFB5-B934-4878-815B-12196286A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0613" y="993775"/>
              <a:ext cx="63500" cy="63500"/>
            </a:xfrm>
            <a:custGeom>
              <a:avLst/>
              <a:gdLst>
                <a:gd name="T0" fmla="*/ 21 w 161"/>
                <a:gd name="T1" fmla="*/ 3 h 159"/>
                <a:gd name="T2" fmla="*/ 17 w 161"/>
                <a:gd name="T3" fmla="*/ 0 h 159"/>
                <a:gd name="T4" fmla="*/ 13 w 161"/>
                <a:gd name="T5" fmla="*/ 0 h 159"/>
                <a:gd name="T6" fmla="*/ 8 w 161"/>
                <a:gd name="T7" fmla="*/ 0 h 159"/>
                <a:gd name="T8" fmla="*/ 4 w 161"/>
                <a:gd name="T9" fmla="*/ 3 h 159"/>
                <a:gd name="T10" fmla="*/ 2 w 161"/>
                <a:gd name="T11" fmla="*/ 6 h 159"/>
                <a:gd name="T12" fmla="*/ 0 w 161"/>
                <a:gd name="T13" fmla="*/ 12 h 159"/>
                <a:gd name="T14" fmla="*/ 2 w 161"/>
                <a:gd name="T15" fmla="*/ 15 h 159"/>
                <a:gd name="T16" fmla="*/ 4 w 161"/>
                <a:gd name="T17" fmla="*/ 21 h 159"/>
                <a:gd name="T18" fmla="*/ 140 w 161"/>
                <a:gd name="T19" fmla="*/ 157 h 159"/>
                <a:gd name="T20" fmla="*/ 144 w 161"/>
                <a:gd name="T21" fmla="*/ 159 h 159"/>
                <a:gd name="T22" fmla="*/ 149 w 161"/>
                <a:gd name="T23" fmla="*/ 159 h 159"/>
                <a:gd name="T24" fmla="*/ 153 w 161"/>
                <a:gd name="T25" fmla="*/ 159 h 159"/>
                <a:gd name="T26" fmla="*/ 157 w 161"/>
                <a:gd name="T27" fmla="*/ 157 h 159"/>
                <a:gd name="T28" fmla="*/ 160 w 161"/>
                <a:gd name="T29" fmla="*/ 153 h 159"/>
                <a:gd name="T30" fmla="*/ 161 w 161"/>
                <a:gd name="T31" fmla="*/ 148 h 159"/>
                <a:gd name="T32" fmla="*/ 160 w 161"/>
                <a:gd name="T33" fmla="*/ 144 h 159"/>
                <a:gd name="T34" fmla="*/ 157 w 161"/>
                <a:gd name="T35" fmla="*/ 139 h 159"/>
                <a:gd name="T36" fmla="*/ 21 w 161"/>
                <a:gd name="T37" fmla="*/ 3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1" h="159">
                  <a:moveTo>
                    <a:pt x="21" y="3"/>
                  </a:moveTo>
                  <a:lnTo>
                    <a:pt x="17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3"/>
                  </a:lnTo>
                  <a:lnTo>
                    <a:pt x="2" y="6"/>
                  </a:lnTo>
                  <a:lnTo>
                    <a:pt x="0" y="12"/>
                  </a:lnTo>
                  <a:lnTo>
                    <a:pt x="2" y="15"/>
                  </a:lnTo>
                  <a:lnTo>
                    <a:pt x="4" y="21"/>
                  </a:lnTo>
                  <a:lnTo>
                    <a:pt x="140" y="157"/>
                  </a:lnTo>
                  <a:lnTo>
                    <a:pt x="144" y="159"/>
                  </a:lnTo>
                  <a:lnTo>
                    <a:pt x="149" y="159"/>
                  </a:lnTo>
                  <a:lnTo>
                    <a:pt x="153" y="159"/>
                  </a:lnTo>
                  <a:lnTo>
                    <a:pt x="157" y="157"/>
                  </a:lnTo>
                  <a:lnTo>
                    <a:pt x="160" y="153"/>
                  </a:lnTo>
                  <a:lnTo>
                    <a:pt x="161" y="148"/>
                  </a:lnTo>
                  <a:lnTo>
                    <a:pt x="160" y="144"/>
                  </a:lnTo>
                  <a:lnTo>
                    <a:pt x="157" y="139"/>
                  </a:lnTo>
                  <a:lnTo>
                    <a:pt x="2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15" name="Figura a mano libera 3623">
              <a:extLst>
                <a:ext uri="{FF2B5EF4-FFF2-40B4-BE49-F238E27FC236}">
                  <a16:creationId xmlns:a16="http://schemas.microsoft.com/office/drawing/2014/main" id="{6FEA2310-F55A-42DA-913D-4342D4C4A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3" y="993775"/>
              <a:ext cx="63500" cy="63500"/>
            </a:xfrm>
            <a:custGeom>
              <a:avLst/>
              <a:gdLst>
                <a:gd name="T0" fmla="*/ 157 w 160"/>
                <a:gd name="T1" fmla="*/ 3 h 159"/>
                <a:gd name="T2" fmla="*/ 153 w 160"/>
                <a:gd name="T3" fmla="*/ 0 h 159"/>
                <a:gd name="T4" fmla="*/ 148 w 160"/>
                <a:gd name="T5" fmla="*/ 0 h 159"/>
                <a:gd name="T6" fmla="*/ 144 w 160"/>
                <a:gd name="T7" fmla="*/ 0 h 159"/>
                <a:gd name="T8" fmla="*/ 139 w 160"/>
                <a:gd name="T9" fmla="*/ 3 h 159"/>
                <a:gd name="T10" fmla="*/ 3 w 160"/>
                <a:gd name="T11" fmla="*/ 139 h 159"/>
                <a:gd name="T12" fmla="*/ 0 w 160"/>
                <a:gd name="T13" fmla="*/ 144 h 159"/>
                <a:gd name="T14" fmla="*/ 0 w 160"/>
                <a:gd name="T15" fmla="*/ 148 h 159"/>
                <a:gd name="T16" fmla="*/ 0 w 160"/>
                <a:gd name="T17" fmla="*/ 153 h 159"/>
                <a:gd name="T18" fmla="*/ 3 w 160"/>
                <a:gd name="T19" fmla="*/ 157 h 159"/>
                <a:gd name="T20" fmla="*/ 7 w 160"/>
                <a:gd name="T21" fmla="*/ 159 h 159"/>
                <a:gd name="T22" fmla="*/ 12 w 160"/>
                <a:gd name="T23" fmla="*/ 159 h 159"/>
                <a:gd name="T24" fmla="*/ 16 w 160"/>
                <a:gd name="T25" fmla="*/ 159 h 159"/>
                <a:gd name="T26" fmla="*/ 21 w 160"/>
                <a:gd name="T27" fmla="*/ 157 h 159"/>
                <a:gd name="T28" fmla="*/ 157 w 160"/>
                <a:gd name="T29" fmla="*/ 21 h 159"/>
                <a:gd name="T30" fmla="*/ 160 w 160"/>
                <a:gd name="T31" fmla="*/ 15 h 159"/>
                <a:gd name="T32" fmla="*/ 160 w 160"/>
                <a:gd name="T33" fmla="*/ 12 h 159"/>
                <a:gd name="T34" fmla="*/ 160 w 160"/>
                <a:gd name="T35" fmla="*/ 6 h 159"/>
                <a:gd name="T36" fmla="*/ 157 w 160"/>
                <a:gd name="T37" fmla="*/ 3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0" h="159">
                  <a:moveTo>
                    <a:pt x="157" y="3"/>
                  </a:moveTo>
                  <a:lnTo>
                    <a:pt x="153" y="0"/>
                  </a:lnTo>
                  <a:lnTo>
                    <a:pt x="148" y="0"/>
                  </a:lnTo>
                  <a:lnTo>
                    <a:pt x="144" y="0"/>
                  </a:lnTo>
                  <a:lnTo>
                    <a:pt x="139" y="3"/>
                  </a:lnTo>
                  <a:lnTo>
                    <a:pt x="3" y="139"/>
                  </a:lnTo>
                  <a:lnTo>
                    <a:pt x="0" y="144"/>
                  </a:lnTo>
                  <a:lnTo>
                    <a:pt x="0" y="148"/>
                  </a:lnTo>
                  <a:lnTo>
                    <a:pt x="0" y="153"/>
                  </a:lnTo>
                  <a:lnTo>
                    <a:pt x="3" y="157"/>
                  </a:lnTo>
                  <a:lnTo>
                    <a:pt x="7" y="159"/>
                  </a:lnTo>
                  <a:lnTo>
                    <a:pt x="12" y="159"/>
                  </a:lnTo>
                  <a:lnTo>
                    <a:pt x="16" y="159"/>
                  </a:lnTo>
                  <a:lnTo>
                    <a:pt x="21" y="157"/>
                  </a:lnTo>
                  <a:lnTo>
                    <a:pt x="157" y="21"/>
                  </a:lnTo>
                  <a:lnTo>
                    <a:pt x="160" y="15"/>
                  </a:lnTo>
                  <a:lnTo>
                    <a:pt x="160" y="12"/>
                  </a:lnTo>
                  <a:lnTo>
                    <a:pt x="160" y="6"/>
                  </a:lnTo>
                  <a:lnTo>
                    <a:pt x="157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16" name="Figura a mano libera 3624">
              <a:extLst>
                <a:ext uri="{FF2B5EF4-FFF2-40B4-BE49-F238E27FC236}">
                  <a16:creationId xmlns:a16="http://schemas.microsoft.com/office/drawing/2014/main" id="{A80953AC-975D-4E59-BEC4-4B21BEA83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0613" y="771525"/>
              <a:ext cx="63500" cy="63500"/>
            </a:xfrm>
            <a:custGeom>
              <a:avLst/>
              <a:gdLst>
                <a:gd name="T0" fmla="*/ 4 w 161"/>
                <a:gd name="T1" fmla="*/ 156 h 160"/>
                <a:gd name="T2" fmla="*/ 8 w 161"/>
                <a:gd name="T3" fmla="*/ 159 h 160"/>
                <a:gd name="T4" fmla="*/ 12 w 161"/>
                <a:gd name="T5" fmla="*/ 160 h 160"/>
                <a:gd name="T6" fmla="*/ 17 w 161"/>
                <a:gd name="T7" fmla="*/ 159 h 160"/>
                <a:gd name="T8" fmla="*/ 21 w 161"/>
                <a:gd name="T9" fmla="*/ 156 h 160"/>
                <a:gd name="T10" fmla="*/ 157 w 161"/>
                <a:gd name="T11" fmla="*/ 20 h 160"/>
                <a:gd name="T12" fmla="*/ 160 w 161"/>
                <a:gd name="T13" fmla="*/ 16 h 160"/>
                <a:gd name="T14" fmla="*/ 161 w 161"/>
                <a:gd name="T15" fmla="*/ 11 h 160"/>
                <a:gd name="T16" fmla="*/ 160 w 161"/>
                <a:gd name="T17" fmla="*/ 7 h 160"/>
                <a:gd name="T18" fmla="*/ 157 w 161"/>
                <a:gd name="T19" fmla="*/ 4 h 160"/>
                <a:gd name="T20" fmla="*/ 153 w 161"/>
                <a:gd name="T21" fmla="*/ 1 h 160"/>
                <a:gd name="T22" fmla="*/ 149 w 161"/>
                <a:gd name="T23" fmla="*/ 0 h 160"/>
                <a:gd name="T24" fmla="*/ 144 w 161"/>
                <a:gd name="T25" fmla="*/ 1 h 160"/>
                <a:gd name="T26" fmla="*/ 140 w 161"/>
                <a:gd name="T27" fmla="*/ 4 h 160"/>
                <a:gd name="T28" fmla="*/ 4 w 161"/>
                <a:gd name="T29" fmla="*/ 140 h 160"/>
                <a:gd name="T30" fmla="*/ 2 w 161"/>
                <a:gd name="T31" fmla="*/ 144 h 160"/>
                <a:gd name="T32" fmla="*/ 0 w 161"/>
                <a:gd name="T33" fmla="*/ 147 h 160"/>
                <a:gd name="T34" fmla="*/ 2 w 161"/>
                <a:gd name="T35" fmla="*/ 153 h 160"/>
                <a:gd name="T36" fmla="*/ 4 w 161"/>
                <a:gd name="T37" fmla="*/ 15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1" h="160">
                  <a:moveTo>
                    <a:pt x="4" y="156"/>
                  </a:moveTo>
                  <a:lnTo>
                    <a:pt x="8" y="159"/>
                  </a:lnTo>
                  <a:lnTo>
                    <a:pt x="12" y="160"/>
                  </a:lnTo>
                  <a:lnTo>
                    <a:pt x="17" y="159"/>
                  </a:lnTo>
                  <a:lnTo>
                    <a:pt x="21" y="156"/>
                  </a:lnTo>
                  <a:lnTo>
                    <a:pt x="157" y="20"/>
                  </a:lnTo>
                  <a:lnTo>
                    <a:pt x="160" y="16"/>
                  </a:lnTo>
                  <a:lnTo>
                    <a:pt x="161" y="11"/>
                  </a:lnTo>
                  <a:lnTo>
                    <a:pt x="160" y="7"/>
                  </a:lnTo>
                  <a:lnTo>
                    <a:pt x="157" y="4"/>
                  </a:lnTo>
                  <a:lnTo>
                    <a:pt x="153" y="1"/>
                  </a:lnTo>
                  <a:lnTo>
                    <a:pt x="149" y="0"/>
                  </a:lnTo>
                  <a:lnTo>
                    <a:pt x="144" y="1"/>
                  </a:lnTo>
                  <a:lnTo>
                    <a:pt x="140" y="4"/>
                  </a:lnTo>
                  <a:lnTo>
                    <a:pt x="4" y="140"/>
                  </a:lnTo>
                  <a:lnTo>
                    <a:pt x="2" y="144"/>
                  </a:lnTo>
                  <a:lnTo>
                    <a:pt x="0" y="147"/>
                  </a:lnTo>
                  <a:lnTo>
                    <a:pt x="2" y="153"/>
                  </a:lnTo>
                  <a:lnTo>
                    <a:pt x="4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17" name="Figura a mano libera 3625">
              <a:extLst>
                <a:ext uri="{FF2B5EF4-FFF2-40B4-BE49-F238E27FC236}">
                  <a16:creationId xmlns:a16="http://schemas.microsoft.com/office/drawing/2014/main" id="{DCEEE9E8-A5B3-4D81-814B-3132C0A5C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3" y="771525"/>
              <a:ext cx="63500" cy="63500"/>
            </a:xfrm>
            <a:custGeom>
              <a:avLst/>
              <a:gdLst>
                <a:gd name="T0" fmla="*/ 139 w 160"/>
                <a:gd name="T1" fmla="*/ 156 h 160"/>
                <a:gd name="T2" fmla="*/ 144 w 160"/>
                <a:gd name="T3" fmla="*/ 159 h 160"/>
                <a:gd name="T4" fmla="*/ 148 w 160"/>
                <a:gd name="T5" fmla="*/ 160 h 160"/>
                <a:gd name="T6" fmla="*/ 153 w 160"/>
                <a:gd name="T7" fmla="*/ 159 h 160"/>
                <a:gd name="T8" fmla="*/ 157 w 160"/>
                <a:gd name="T9" fmla="*/ 156 h 160"/>
                <a:gd name="T10" fmla="*/ 160 w 160"/>
                <a:gd name="T11" fmla="*/ 153 h 160"/>
                <a:gd name="T12" fmla="*/ 160 w 160"/>
                <a:gd name="T13" fmla="*/ 149 h 160"/>
                <a:gd name="T14" fmla="*/ 160 w 160"/>
                <a:gd name="T15" fmla="*/ 144 h 160"/>
                <a:gd name="T16" fmla="*/ 157 w 160"/>
                <a:gd name="T17" fmla="*/ 140 h 160"/>
                <a:gd name="T18" fmla="*/ 21 w 160"/>
                <a:gd name="T19" fmla="*/ 4 h 160"/>
                <a:gd name="T20" fmla="*/ 16 w 160"/>
                <a:gd name="T21" fmla="*/ 1 h 160"/>
                <a:gd name="T22" fmla="*/ 12 w 160"/>
                <a:gd name="T23" fmla="*/ 0 h 160"/>
                <a:gd name="T24" fmla="*/ 7 w 160"/>
                <a:gd name="T25" fmla="*/ 1 h 160"/>
                <a:gd name="T26" fmla="*/ 3 w 160"/>
                <a:gd name="T27" fmla="*/ 4 h 160"/>
                <a:gd name="T28" fmla="*/ 0 w 160"/>
                <a:gd name="T29" fmla="*/ 7 h 160"/>
                <a:gd name="T30" fmla="*/ 0 w 160"/>
                <a:gd name="T31" fmla="*/ 11 h 160"/>
                <a:gd name="T32" fmla="*/ 0 w 160"/>
                <a:gd name="T33" fmla="*/ 16 h 160"/>
                <a:gd name="T34" fmla="*/ 3 w 160"/>
                <a:gd name="T35" fmla="*/ 20 h 160"/>
                <a:gd name="T36" fmla="*/ 139 w 160"/>
                <a:gd name="T37" fmla="*/ 15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0" h="160">
                  <a:moveTo>
                    <a:pt x="139" y="156"/>
                  </a:moveTo>
                  <a:lnTo>
                    <a:pt x="144" y="159"/>
                  </a:lnTo>
                  <a:lnTo>
                    <a:pt x="148" y="160"/>
                  </a:lnTo>
                  <a:lnTo>
                    <a:pt x="153" y="159"/>
                  </a:lnTo>
                  <a:lnTo>
                    <a:pt x="157" y="156"/>
                  </a:lnTo>
                  <a:lnTo>
                    <a:pt x="160" y="153"/>
                  </a:lnTo>
                  <a:lnTo>
                    <a:pt x="160" y="149"/>
                  </a:lnTo>
                  <a:lnTo>
                    <a:pt x="160" y="144"/>
                  </a:lnTo>
                  <a:lnTo>
                    <a:pt x="157" y="140"/>
                  </a:lnTo>
                  <a:lnTo>
                    <a:pt x="21" y="4"/>
                  </a:lnTo>
                  <a:lnTo>
                    <a:pt x="16" y="1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4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3" y="20"/>
                  </a:lnTo>
                  <a:lnTo>
                    <a:pt x="139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grpSp>
        <p:nvGrpSpPr>
          <p:cNvPr id="118" name="Gruppo 117" descr="Icona di scatole. ">
            <a:extLst>
              <a:ext uri="{FF2B5EF4-FFF2-40B4-BE49-F238E27FC236}">
                <a16:creationId xmlns:a16="http://schemas.microsoft.com/office/drawing/2014/main" id="{75BF619E-615D-4C1A-A3A1-04DFC90E2F3F}"/>
              </a:ext>
            </a:extLst>
          </p:cNvPr>
          <p:cNvGrpSpPr/>
          <p:nvPr/>
        </p:nvGrpSpPr>
        <p:grpSpPr>
          <a:xfrm>
            <a:off x="11058919" y="1368977"/>
            <a:ext cx="287337" cy="285750"/>
            <a:chOff x="5465763" y="3068638"/>
            <a:chExt cx="287337" cy="285750"/>
          </a:xfrm>
          <a:solidFill>
            <a:schemeClr val="bg1"/>
          </a:solidFill>
        </p:grpSpPr>
        <p:sp>
          <p:nvSpPr>
            <p:cNvPr id="119" name="Figura a mano libera 617">
              <a:extLst>
                <a:ext uri="{FF2B5EF4-FFF2-40B4-BE49-F238E27FC236}">
                  <a16:creationId xmlns:a16="http://schemas.microsoft.com/office/drawing/2014/main" id="{01C5157B-D811-44C7-8E5F-D3F25F989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4188" y="3068638"/>
              <a:ext cx="119063" cy="38100"/>
            </a:xfrm>
            <a:custGeom>
              <a:avLst/>
              <a:gdLst>
                <a:gd name="T0" fmla="*/ 375 w 375"/>
                <a:gd name="T1" fmla="*/ 62 h 120"/>
                <a:gd name="T2" fmla="*/ 374 w 375"/>
                <a:gd name="T3" fmla="*/ 62 h 120"/>
                <a:gd name="T4" fmla="*/ 373 w 375"/>
                <a:gd name="T5" fmla="*/ 61 h 120"/>
                <a:gd name="T6" fmla="*/ 193 w 375"/>
                <a:gd name="T7" fmla="*/ 1 h 120"/>
                <a:gd name="T8" fmla="*/ 188 w 375"/>
                <a:gd name="T9" fmla="*/ 0 h 120"/>
                <a:gd name="T10" fmla="*/ 183 w 375"/>
                <a:gd name="T11" fmla="*/ 1 h 120"/>
                <a:gd name="T12" fmla="*/ 2 w 375"/>
                <a:gd name="T13" fmla="*/ 61 h 120"/>
                <a:gd name="T14" fmla="*/ 1 w 375"/>
                <a:gd name="T15" fmla="*/ 62 h 120"/>
                <a:gd name="T16" fmla="*/ 0 w 375"/>
                <a:gd name="T17" fmla="*/ 62 h 120"/>
                <a:gd name="T18" fmla="*/ 188 w 375"/>
                <a:gd name="T19" fmla="*/ 120 h 120"/>
                <a:gd name="T20" fmla="*/ 375 w 375"/>
                <a:gd name="T21" fmla="*/ 6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" h="120">
                  <a:moveTo>
                    <a:pt x="375" y="62"/>
                  </a:moveTo>
                  <a:lnTo>
                    <a:pt x="374" y="62"/>
                  </a:lnTo>
                  <a:lnTo>
                    <a:pt x="373" y="61"/>
                  </a:lnTo>
                  <a:lnTo>
                    <a:pt x="193" y="1"/>
                  </a:lnTo>
                  <a:lnTo>
                    <a:pt x="188" y="0"/>
                  </a:lnTo>
                  <a:lnTo>
                    <a:pt x="183" y="1"/>
                  </a:lnTo>
                  <a:lnTo>
                    <a:pt x="2" y="61"/>
                  </a:lnTo>
                  <a:lnTo>
                    <a:pt x="1" y="62"/>
                  </a:lnTo>
                  <a:lnTo>
                    <a:pt x="0" y="62"/>
                  </a:lnTo>
                  <a:lnTo>
                    <a:pt x="188" y="120"/>
                  </a:lnTo>
                  <a:lnTo>
                    <a:pt x="37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20" name="Figura a mano libera 618">
              <a:extLst>
                <a:ext uri="{FF2B5EF4-FFF2-40B4-BE49-F238E27FC236}">
                  <a16:creationId xmlns:a16="http://schemas.microsoft.com/office/drawing/2014/main" id="{90385080-F77C-4175-BA14-BE696271A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275" y="3097213"/>
              <a:ext cx="57150" cy="93663"/>
            </a:xfrm>
            <a:custGeom>
              <a:avLst/>
              <a:gdLst>
                <a:gd name="T0" fmla="*/ 181 w 181"/>
                <a:gd name="T1" fmla="*/ 210 h 295"/>
                <a:gd name="T2" fmla="*/ 181 w 181"/>
                <a:gd name="T3" fmla="*/ 0 h 295"/>
                <a:gd name="T4" fmla="*/ 0 w 181"/>
                <a:gd name="T5" fmla="*/ 56 h 295"/>
                <a:gd name="T6" fmla="*/ 0 w 181"/>
                <a:gd name="T7" fmla="*/ 295 h 295"/>
                <a:gd name="T8" fmla="*/ 171 w 181"/>
                <a:gd name="T9" fmla="*/ 224 h 295"/>
                <a:gd name="T10" fmla="*/ 174 w 181"/>
                <a:gd name="T11" fmla="*/ 222 h 295"/>
                <a:gd name="T12" fmla="*/ 178 w 181"/>
                <a:gd name="T13" fmla="*/ 219 h 295"/>
                <a:gd name="T14" fmla="*/ 180 w 181"/>
                <a:gd name="T15" fmla="*/ 215 h 295"/>
                <a:gd name="T16" fmla="*/ 181 w 181"/>
                <a:gd name="T17" fmla="*/ 21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181" y="210"/>
                  </a:moveTo>
                  <a:lnTo>
                    <a:pt x="181" y="0"/>
                  </a:lnTo>
                  <a:lnTo>
                    <a:pt x="0" y="56"/>
                  </a:lnTo>
                  <a:lnTo>
                    <a:pt x="0" y="295"/>
                  </a:lnTo>
                  <a:lnTo>
                    <a:pt x="171" y="224"/>
                  </a:lnTo>
                  <a:lnTo>
                    <a:pt x="174" y="222"/>
                  </a:lnTo>
                  <a:lnTo>
                    <a:pt x="178" y="219"/>
                  </a:lnTo>
                  <a:lnTo>
                    <a:pt x="180" y="215"/>
                  </a:lnTo>
                  <a:lnTo>
                    <a:pt x="181" y="2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21" name="Figura a mano libera 619">
              <a:extLst>
                <a:ext uri="{FF2B5EF4-FFF2-40B4-BE49-F238E27FC236}">
                  <a16:creationId xmlns:a16="http://schemas.microsoft.com/office/drawing/2014/main" id="{B5ABC7AD-DBA6-420E-8EDC-F8D70A034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2600" y="3097213"/>
              <a:ext cx="57150" cy="93663"/>
            </a:xfrm>
            <a:custGeom>
              <a:avLst/>
              <a:gdLst>
                <a:gd name="T0" fmla="*/ 9 w 181"/>
                <a:gd name="T1" fmla="*/ 224 h 295"/>
                <a:gd name="T2" fmla="*/ 181 w 181"/>
                <a:gd name="T3" fmla="*/ 295 h 295"/>
                <a:gd name="T4" fmla="*/ 181 w 181"/>
                <a:gd name="T5" fmla="*/ 56 h 295"/>
                <a:gd name="T6" fmla="*/ 0 w 181"/>
                <a:gd name="T7" fmla="*/ 0 h 295"/>
                <a:gd name="T8" fmla="*/ 0 w 181"/>
                <a:gd name="T9" fmla="*/ 210 h 295"/>
                <a:gd name="T10" fmla="*/ 0 w 181"/>
                <a:gd name="T11" fmla="*/ 215 h 295"/>
                <a:gd name="T12" fmla="*/ 2 w 181"/>
                <a:gd name="T13" fmla="*/ 219 h 295"/>
                <a:gd name="T14" fmla="*/ 6 w 181"/>
                <a:gd name="T15" fmla="*/ 222 h 295"/>
                <a:gd name="T16" fmla="*/ 9 w 181"/>
                <a:gd name="T17" fmla="*/ 22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9" y="224"/>
                  </a:moveTo>
                  <a:lnTo>
                    <a:pt x="181" y="295"/>
                  </a:lnTo>
                  <a:lnTo>
                    <a:pt x="181" y="56"/>
                  </a:lnTo>
                  <a:lnTo>
                    <a:pt x="0" y="0"/>
                  </a:lnTo>
                  <a:lnTo>
                    <a:pt x="0" y="210"/>
                  </a:lnTo>
                  <a:lnTo>
                    <a:pt x="0" y="215"/>
                  </a:lnTo>
                  <a:lnTo>
                    <a:pt x="2" y="219"/>
                  </a:lnTo>
                  <a:lnTo>
                    <a:pt x="6" y="222"/>
                  </a:lnTo>
                  <a:lnTo>
                    <a:pt x="9" y="2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22" name="Figura a mano libera 620">
              <a:extLst>
                <a:ext uri="{FF2B5EF4-FFF2-40B4-BE49-F238E27FC236}">
                  <a16:creationId xmlns:a16="http://schemas.microsoft.com/office/drawing/2014/main" id="{9AF2E18D-3033-4D0D-B36E-B08820967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5475" y="3217863"/>
              <a:ext cx="47625" cy="77788"/>
            </a:xfrm>
            <a:custGeom>
              <a:avLst/>
              <a:gdLst>
                <a:gd name="T0" fmla="*/ 0 w 150"/>
                <a:gd name="T1" fmla="*/ 67 h 249"/>
                <a:gd name="T2" fmla="*/ 0 w 150"/>
                <a:gd name="T3" fmla="*/ 249 h 249"/>
                <a:gd name="T4" fmla="*/ 141 w 150"/>
                <a:gd name="T5" fmla="*/ 177 h 249"/>
                <a:gd name="T6" fmla="*/ 146 w 150"/>
                <a:gd name="T7" fmla="*/ 175 h 249"/>
                <a:gd name="T8" fmla="*/ 148 w 150"/>
                <a:gd name="T9" fmla="*/ 171 h 249"/>
                <a:gd name="T10" fmla="*/ 149 w 150"/>
                <a:gd name="T11" fmla="*/ 168 h 249"/>
                <a:gd name="T12" fmla="*/ 150 w 150"/>
                <a:gd name="T13" fmla="*/ 164 h 249"/>
                <a:gd name="T14" fmla="*/ 150 w 150"/>
                <a:gd name="T15" fmla="*/ 0 h 249"/>
                <a:gd name="T16" fmla="*/ 0 w 150"/>
                <a:gd name="T17" fmla="*/ 67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0" h="249">
                  <a:moveTo>
                    <a:pt x="0" y="67"/>
                  </a:moveTo>
                  <a:lnTo>
                    <a:pt x="0" y="249"/>
                  </a:lnTo>
                  <a:lnTo>
                    <a:pt x="141" y="177"/>
                  </a:lnTo>
                  <a:lnTo>
                    <a:pt x="146" y="175"/>
                  </a:lnTo>
                  <a:lnTo>
                    <a:pt x="148" y="171"/>
                  </a:lnTo>
                  <a:lnTo>
                    <a:pt x="149" y="168"/>
                  </a:lnTo>
                  <a:lnTo>
                    <a:pt x="150" y="164"/>
                  </a:lnTo>
                  <a:lnTo>
                    <a:pt x="150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23" name="Figura a mano libera 621">
              <a:extLst>
                <a:ext uri="{FF2B5EF4-FFF2-40B4-BE49-F238E27FC236}">
                  <a16:creationId xmlns:a16="http://schemas.microsoft.com/office/drawing/2014/main" id="{10DED026-CA17-4314-AA7F-A291474A6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6263" y="3192463"/>
              <a:ext cx="88900" cy="38100"/>
            </a:xfrm>
            <a:custGeom>
              <a:avLst/>
              <a:gdLst>
                <a:gd name="T0" fmla="*/ 146 w 281"/>
                <a:gd name="T1" fmla="*/ 2 h 120"/>
                <a:gd name="T2" fmla="*/ 143 w 281"/>
                <a:gd name="T3" fmla="*/ 0 h 120"/>
                <a:gd name="T4" fmla="*/ 141 w 281"/>
                <a:gd name="T5" fmla="*/ 0 h 120"/>
                <a:gd name="T6" fmla="*/ 138 w 281"/>
                <a:gd name="T7" fmla="*/ 0 h 120"/>
                <a:gd name="T8" fmla="*/ 134 w 281"/>
                <a:gd name="T9" fmla="*/ 2 h 120"/>
                <a:gd name="T10" fmla="*/ 0 w 281"/>
                <a:gd name="T11" fmla="*/ 55 h 120"/>
                <a:gd name="T12" fmla="*/ 141 w 281"/>
                <a:gd name="T13" fmla="*/ 120 h 120"/>
                <a:gd name="T14" fmla="*/ 281 w 281"/>
                <a:gd name="T15" fmla="*/ 55 h 120"/>
                <a:gd name="T16" fmla="*/ 146 w 281"/>
                <a:gd name="T17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1" h="120">
                  <a:moveTo>
                    <a:pt x="146" y="2"/>
                  </a:moveTo>
                  <a:lnTo>
                    <a:pt x="143" y="0"/>
                  </a:lnTo>
                  <a:lnTo>
                    <a:pt x="141" y="0"/>
                  </a:lnTo>
                  <a:lnTo>
                    <a:pt x="138" y="0"/>
                  </a:lnTo>
                  <a:lnTo>
                    <a:pt x="134" y="2"/>
                  </a:lnTo>
                  <a:lnTo>
                    <a:pt x="0" y="55"/>
                  </a:lnTo>
                  <a:lnTo>
                    <a:pt x="141" y="120"/>
                  </a:lnTo>
                  <a:lnTo>
                    <a:pt x="281" y="55"/>
                  </a:lnTo>
                  <a:lnTo>
                    <a:pt x="146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24" name="Figura a mano libera 622">
              <a:extLst>
                <a:ext uri="{FF2B5EF4-FFF2-40B4-BE49-F238E27FC236}">
                  <a16:creationId xmlns:a16="http://schemas.microsoft.com/office/drawing/2014/main" id="{AC238F9B-3904-4E03-9BCD-C8546D347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8325" y="3217863"/>
              <a:ext cx="47625" cy="77788"/>
            </a:xfrm>
            <a:custGeom>
              <a:avLst/>
              <a:gdLst>
                <a:gd name="T0" fmla="*/ 0 w 151"/>
                <a:gd name="T1" fmla="*/ 164 h 249"/>
                <a:gd name="T2" fmla="*/ 1 w 151"/>
                <a:gd name="T3" fmla="*/ 167 h 249"/>
                <a:gd name="T4" fmla="*/ 2 w 151"/>
                <a:gd name="T5" fmla="*/ 171 h 249"/>
                <a:gd name="T6" fmla="*/ 5 w 151"/>
                <a:gd name="T7" fmla="*/ 175 h 249"/>
                <a:gd name="T8" fmla="*/ 8 w 151"/>
                <a:gd name="T9" fmla="*/ 177 h 249"/>
                <a:gd name="T10" fmla="*/ 151 w 151"/>
                <a:gd name="T11" fmla="*/ 249 h 249"/>
                <a:gd name="T12" fmla="*/ 151 w 151"/>
                <a:gd name="T13" fmla="*/ 67 h 249"/>
                <a:gd name="T14" fmla="*/ 0 w 151"/>
                <a:gd name="T15" fmla="*/ 0 h 249"/>
                <a:gd name="T16" fmla="*/ 0 w 151"/>
                <a:gd name="T17" fmla="*/ 164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1" h="249">
                  <a:moveTo>
                    <a:pt x="0" y="164"/>
                  </a:moveTo>
                  <a:lnTo>
                    <a:pt x="1" y="167"/>
                  </a:lnTo>
                  <a:lnTo>
                    <a:pt x="2" y="171"/>
                  </a:lnTo>
                  <a:lnTo>
                    <a:pt x="5" y="175"/>
                  </a:lnTo>
                  <a:lnTo>
                    <a:pt x="8" y="177"/>
                  </a:lnTo>
                  <a:lnTo>
                    <a:pt x="151" y="249"/>
                  </a:lnTo>
                  <a:lnTo>
                    <a:pt x="151" y="67"/>
                  </a:lnTo>
                  <a:lnTo>
                    <a:pt x="0" y="0"/>
                  </a:lnTo>
                  <a:lnTo>
                    <a:pt x="0" y="1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25" name="Figura a mano libera 623">
              <a:extLst>
                <a:ext uri="{FF2B5EF4-FFF2-40B4-BE49-F238E27FC236}">
                  <a16:creationId xmlns:a16="http://schemas.microsoft.com/office/drawing/2014/main" id="{19E2AFFE-6F2F-4A41-BE44-30D95498E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5288" y="3201988"/>
              <a:ext cx="144463" cy="47625"/>
            </a:xfrm>
            <a:custGeom>
              <a:avLst/>
              <a:gdLst>
                <a:gd name="T0" fmla="*/ 231 w 452"/>
                <a:gd name="T1" fmla="*/ 2 h 151"/>
                <a:gd name="T2" fmla="*/ 225 w 452"/>
                <a:gd name="T3" fmla="*/ 0 h 151"/>
                <a:gd name="T4" fmla="*/ 221 w 452"/>
                <a:gd name="T5" fmla="*/ 2 h 151"/>
                <a:gd name="T6" fmla="*/ 0 w 452"/>
                <a:gd name="T7" fmla="*/ 70 h 151"/>
                <a:gd name="T8" fmla="*/ 225 w 452"/>
                <a:gd name="T9" fmla="*/ 151 h 151"/>
                <a:gd name="T10" fmla="*/ 452 w 452"/>
                <a:gd name="T11" fmla="*/ 70 h 151"/>
                <a:gd name="T12" fmla="*/ 231 w 452"/>
                <a:gd name="T13" fmla="*/ 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151">
                  <a:moveTo>
                    <a:pt x="231" y="2"/>
                  </a:moveTo>
                  <a:lnTo>
                    <a:pt x="225" y="0"/>
                  </a:lnTo>
                  <a:lnTo>
                    <a:pt x="221" y="2"/>
                  </a:lnTo>
                  <a:lnTo>
                    <a:pt x="0" y="70"/>
                  </a:lnTo>
                  <a:lnTo>
                    <a:pt x="225" y="151"/>
                  </a:lnTo>
                  <a:lnTo>
                    <a:pt x="452" y="70"/>
                  </a:lnTo>
                  <a:lnTo>
                    <a:pt x="23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26" name="Figura a mano libera 624">
              <a:extLst>
                <a:ext uri="{FF2B5EF4-FFF2-40B4-BE49-F238E27FC236}">
                  <a16:creationId xmlns:a16="http://schemas.microsoft.com/office/drawing/2014/main" id="{5BB7C855-93D5-43D5-9ED8-FD815B08E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230563"/>
              <a:ext cx="76200" cy="123825"/>
            </a:xfrm>
            <a:custGeom>
              <a:avLst/>
              <a:gdLst>
                <a:gd name="T0" fmla="*/ 0 w 240"/>
                <a:gd name="T1" fmla="*/ 285 h 386"/>
                <a:gd name="T2" fmla="*/ 1 w 240"/>
                <a:gd name="T3" fmla="*/ 289 h 386"/>
                <a:gd name="T4" fmla="*/ 2 w 240"/>
                <a:gd name="T5" fmla="*/ 294 h 386"/>
                <a:gd name="T6" fmla="*/ 5 w 240"/>
                <a:gd name="T7" fmla="*/ 297 h 386"/>
                <a:gd name="T8" fmla="*/ 10 w 240"/>
                <a:gd name="T9" fmla="*/ 299 h 386"/>
                <a:gd name="T10" fmla="*/ 240 w 240"/>
                <a:gd name="T11" fmla="*/ 386 h 386"/>
                <a:gd name="T12" fmla="*/ 240 w 240"/>
                <a:gd name="T13" fmla="*/ 84 h 386"/>
                <a:gd name="T14" fmla="*/ 0 w 240"/>
                <a:gd name="T15" fmla="*/ 0 h 386"/>
                <a:gd name="T16" fmla="*/ 0 w 240"/>
                <a:gd name="T17" fmla="*/ 285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386">
                  <a:moveTo>
                    <a:pt x="0" y="285"/>
                  </a:moveTo>
                  <a:lnTo>
                    <a:pt x="1" y="289"/>
                  </a:lnTo>
                  <a:lnTo>
                    <a:pt x="2" y="294"/>
                  </a:lnTo>
                  <a:lnTo>
                    <a:pt x="5" y="297"/>
                  </a:lnTo>
                  <a:lnTo>
                    <a:pt x="10" y="299"/>
                  </a:lnTo>
                  <a:lnTo>
                    <a:pt x="240" y="386"/>
                  </a:lnTo>
                  <a:lnTo>
                    <a:pt x="240" y="84"/>
                  </a:lnTo>
                  <a:lnTo>
                    <a:pt x="0" y="0"/>
                  </a:lnTo>
                  <a:lnTo>
                    <a:pt x="0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27" name="Figura a mano libera 625">
              <a:extLst>
                <a:ext uri="{FF2B5EF4-FFF2-40B4-BE49-F238E27FC236}">
                  <a16:creationId xmlns:a16="http://schemas.microsoft.com/office/drawing/2014/main" id="{AE6F08CF-736A-40B8-AEB8-D64B67F37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3075" y="3230563"/>
              <a:ext cx="76200" cy="123825"/>
            </a:xfrm>
            <a:custGeom>
              <a:avLst/>
              <a:gdLst>
                <a:gd name="T0" fmla="*/ 0 w 241"/>
                <a:gd name="T1" fmla="*/ 386 h 386"/>
                <a:gd name="T2" fmla="*/ 231 w 241"/>
                <a:gd name="T3" fmla="*/ 299 h 386"/>
                <a:gd name="T4" fmla="*/ 235 w 241"/>
                <a:gd name="T5" fmla="*/ 297 h 386"/>
                <a:gd name="T6" fmla="*/ 238 w 241"/>
                <a:gd name="T7" fmla="*/ 294 h 386"/>
                <a:gd name="T8" fmla="*/ 239 w 241"/>
                <a:gd name="T9" fmla="*/ 289 h 386"/>
                <a:gd name="T10" fmla="*/ 241 w 241"/>
                <a:gd name="T11" fmla="*/ 285 h 386"/>
                <a:gd name="T12" fmla="*/ 241 w 241"/>
                <a:gd name="T13" fmla="*/ 0 h 386"/>
                <a:gd name="T14" fmla="*/ 0 w 241"/>
                <a:gd name="T15" fmla="*/ 84 h 386"/>
                <a:gd name="T16" fmla="*/ 0 w 241"/>
                <a:gd name="T17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" h="386">
                  <a:moveTo>
                    <a:pt x="0" y="386"/>
                  </a:moveTo>
                  <a:lnTo>
                    <a:pt x="231" y="299"/>
                  </a:lnTo>
                  <a:lnTo>
                    <a:pt x="235" y="297"/>
                  </a:lnTo>
                  <a:lnTo>
                    <a:pt x="238" y="294"/>
                  </a:lnTo>
                  <a:lnTo>
                    <a:pt x="239" y="289"/>
                  </a:lnTo>
                  <a:lnTo>
                    <a:pt x="241" y="285"/>
                  </a:lnTo>
                  <a:lnTo>
                    <a:pt x="241" y="0"/>
                  </a:lnTo>
                  <a:lnTo>
                    <a:pt x="0" y="84"/>
                  </a:lnTo>
                  <a:lnTo>
                    <a:pt x="0" y="3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grpSp>
        <p:nvGrpSpPr>
          <p:cNvPr id="128" name="Gruppo 127" descr="Icona di persona e fumetto. ">
            <a:extLst>
              <a:ext uri="{FF2B5EF4-FFF2-40B4-BE49-F238E27FC236}">
                <a16:creationId xmlns:a16="http://schemas.microsoft.com/office/drawing/2014/main" id="{E7EE81F4-E278-4BA7-8923-0D6DD1FEBDFA}"/>
              </a:ext>
            </a:extLst>
          </p:cNvPr>
          <p:cNvGrpSpPr/>
          <p:nvPr/>
        </p:nvGrpSpPr>
        <p:grpSpPr>
          <a:xfrm>
            <a:off x="9918300" y="1368977"/>
            <a:ext cx="284163" cy="285751"/>
            <a:chOff x="3171788" y="779462"/>
            <a:chExt cx="284163" cy="285751"/>
          </a:xfrm>
          <a:solidFill>
            <a:schemeClr val="bg1"/>
          </a:solidFill>
        </p:grpSpPr>
        <p:sp>
          <p:nvSpPr>
            <p:cNvPr id="129" name="Figura a mano libera 2993">
              <a:extLst>
                <a:ext uri="{FF2B5EF4-FFF2-40B4-BE49-F238E27FC236}">
                  <a16:creationId xmlns:a16="http://schemas.microsoft.com/office/drawing/2014/main" id="{DA50A160-1A41-427D-BA06-CB32B8C49A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30" name="Figura a mano libera 2994">
              <a:extLst>
                <a:ext uri="{FF2B5EF4-FFF2-40B4-BE49-F238E27FC236}">
                  <a16:creationId xmlns:a16="http://schemas.microsoft.com/office/drawing/2014/main" id="{983071EF-DBDF-4331-848B-74957C821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sp>
        <p:nvSpPr>
          <p:cNvPr id="131" name="Figura a mano libera 1837" descr="Indicatore con segno più. ">
            <a:extLst>
              <a:ext uri="{FF2B5EF4-FFF2-40B4-BE49-F238E27FC236}">
                <a16:creationId xmlns:a16="http://schemas.microsoft.com/office/drawing/2014/main" id="{160F3D2A-DDEB-465E-AAD3-D5DF7B6D5B43}"/>
              </a:ext>
            </a:extLst>
          </p:cNvPr>
          <p:cNvSpPr>
            <a:spLocks noEditPoints="1"/>
          </p:cNvSpPr>
          <p:nvPr/>
        </p:nvSpPr>
        <p:spPr bwMode="auto">
          <a:xfrm>
            <a:off x="845745" y="1876981"/>
            <a:ext cx="274638" cy="276225"/>
          </a:xfrm>
          <a:custGeom>
            <a:avLst/>
            <a:gdLst>
              <a:gd name="T0" fmla="*/ 526 w 695"/>
              <a:gd name="T1" fmla="*/ 362 h 695"/>
              <a:gd name="T2" fmla="*/ 359 w 695"/>
              <a:gd name="T3" fmla="*/ 362 h 695"/>
              <a:gd name="T4" fmla="*/ 359 w 695"/>
              <a:gd name="T5" fmla="*/ 531 h 695"/>
              <a:gd name="T6" fmla="*/ 359 w 695"/>
              <a:gd name="T7" fmla="*/ 537 h 695"/>
              <a:gd name="T8" fmla="*/ 356 w 695"/>
              <a:gd name="T9" fmla="*/ 540 h 695"/>
              <a:gd name="T10" fmla="*/ 353 w 695"/>
              <a:gd name="T11" fmla="*/ 542 h 695"/>
              <a:gd name="T12" fmla="*/ 348 w 695"/>
              <a:gd name="T13" fmla="*/ 543 h 695"/>
              <a:gd name="T14" fmla="*/ 343 w 695"/>
              <a:gd name="T15" fmla="*/ 542 h 695"/>
              <a:gd name="T16" fmla="*/ 339 w 695"/>
              <a:gd name="T17" fmla="*/ 540 h 695"/>
              <a:gd name="T18" fmla="*/ 337 w 695"/>
              <a:gd name="T19" fmla="*/ 537 h 695"/>
              <a:gd name="T20" fmla="*/ 336 w 695"/>
              <a:gd name="T21" fmla="*/ 531 h 695"/>
              <a:gd name="T22" fmla="*/ 336 w 695"/>
              <a:gd name="T23" fmla="*/ 362 h 695"/>
              <a:gd name="T24" fmla="*/ 164 w 695"/>
              <a:gd name="T25" fmla="*/ 362 h 695"/>
              <a:gd name="T26" fmla="*/ 158 w 695"/>
              <a:gd name="T27" fmla="*/ 361 h 695"/>
              <a:gd name="T28" fmla="*/ 155 w 695"/>
              <a:gd name="T29" fmla="*/ 359 h 695"/>
              <a:gd name="T30" fmla="*/ 153 w 695"/>
              <a:gd name="T31" fmla="*/ 356 h 695"/>
              <a:gd name="T32" fmla="*/ 152 w 695"/>
              <a:gd name="T33" fmla="*/ 350 h 695"/>
              <a:gd name="T34" fmla="*/ 153 w 695"/>
              <a:gd name="T35" fmla="*/ 346 h 695"/>
              <a:gd name="T36" fmla="*/ 155 w 695"/>
              <a:gd name="T37" fmla="*/ 342 h 695"/>
              <a:gd name="T38" fmla="*/ 158 w 695"/>
              <a:gd name="T39" fmla="*/ 339 h 695"/>
              <a:gd name="T40" fmla="*/ 164 w 695"/>
              <a:gd name="T41" fmla="*/ 339 h 695"/>
              <a:gd name="T42" fmla="*/ 336 w 695"/>
              <a:gd name="T43" fmla="*/ 339 h 695"/>
              <a:gd name="T44" fmla="*/ 336 w 695"/>
              <a:gd name="T45" fmla="*/ 170 h 695"/>
              <a:gd name="T46" fmla="*/ 337 w 695"/>
              <a:gd name="T47" fmla="*/ 165 h 695"/>
              <a:gd name="T48" fmla="*/ 339 w 695"/>
              <a:gd name="T49" fmla="*/ 161 h 695"/>
              <a:gd name="T50" fmla="*/ 343 w 695"/>
              <a:gd name="T51" fmla="*/ 159 h 695"/>
              <a:gd name="T52" fmla="*/ 348 w 695"/>
              <a:gd name="T53" fmla="*/ 158 h 695"/>
              <a:gd name="T54" fmla="*/ 353 w 695"/>
              <a:gd name="T55" fmla="*/ 159 h 695"/>
              <a:gd name="T56" fmla="*/ 356 w 695"/>
              <a:gd name="T57" fmla="*/ 161 h 695"/>
              <a:gd name="T58" fmla="*/ 359 w 695"/>
              <a:gd name="T59" fmla="*/ 165 h 695"/>
              <a:gd name="T60" fmla="*/ 359 w 695"/>
              <a:gd name="T61" fmla="*/ 170 h 695"/>
              <a:gd name="T62" fmla="*/ 359 w 695"/>
              <a:gd name="T63" fmla="*/ 339 h 695"/>
              <a:gd name="T64" fmla="*/ 526 w 695"/>
              <a:gd name="T65" fmla="*/ 339 h 695"/>
              <a:gd name="T66" fmla="*/ 530 w 695"/>
              <a:gd name="T67" fmla="*/ 339 h 695"/>
              <a:gd name="T68" fmla="*/ 535 w 695"/>
              <a:gd name="T69" fmla="*/ 342 h 695"/>
              <a:gd name="T70" fmla="*/ 537 w 695"/>
              <a:gd name="T71" fmla="*/ 346 h 695"/>
              <a:gd name="T72" fmla="*/ 538 w 695"/>
              <a:gd name="T73" fmla="*/ 350 h 695"/>
              <a:gd name="T74" fmla="*/ 537 w 695"/>
              <a:gd name="T75" fmla="*/ 356 h 695"/>
              <a:gd name="T76" fmla="*/ 535 w 695"/>
              <a:gd name="T77" fmla="*/ 359 h 695"/>
              <a:gd name="T78" fmla="*/ 530 w 695"/>
              <a:gd name="T79" fmla="*/ 361 h 695"/>
              <a:gd name="T80" fmla="*/ 526 w 695"/>
              <a:gd name="T81" fmla="*/ 362 h 695"/>
              <a:gd name="T82" fmla="*/ 683 w 695"/>
              <a:gd name="T83" fmla="*/ 0 h 695"/>
              <a:gd name="T84" fmla="*/ 12 w 695"/>
              <a:gd name="T85" fmla="*/ 0 h 695"/>
              <a:gd name="T86" fmla="*/ 8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8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2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2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359" y="362"/>
                </a:lnTo>
                <a:lnTo>
                  <a:pt x="359" y="531"/>
                </a:lnTo>
                <a:lnTo>
                  <a:pt x="359" y="537"/>
                </a:lnTo>
                <a:lnTo>
                  <a:pt x="356" y="540"/>
                </a:lnTo>
                <a:lnTo>
                  <a:pt x="353" y="542"/>
                </a:lnTo>
                <a:lnTo>
                  <a:pt x="348" y="543"/>
                </a:lnTo>
                <a:lnTo>
                  <a:pt x="343" y="542"/>
                </a:lnTo>
                <a:lnTo>
                  <a:pt x="339" y="540"/>
                </a:lnTo>
                <a:lnTo>
                  <a:pt x="337" y="537"/>
                </a:lnTo>
                <a:lnTo>
                  <a:pt x="336" y="531"/>
                </a:lnTo>
                <a:lnTo>
                  <a:pt x="336" y="362"/>
                </a:lnTo>
                <a:lnTo>
                  <a:pt x="164" y="362"/>
                </a:lnTo>
                <a:lnTo>
                  <a:pt x="158" y="361"/>
                </a:lnTo>
                <a:lnTo>
                  <a:pt x="155" y="359"/>
                </a:lnTo>
                <a:lnTo>
                  <a:pt x="153" y="356"/>
                </a:lnTo>
                <a:lnTo>
                  <a:pt x="152" y="350"/>
                </a:lnTo>
                <a:lnTo>
                  <a:pt x="153" y="346"/>
                </a:lnTo>
                <a:lnTo>
                  <a:pt x="155" y="342"/>
                </a:lnTo>
                <a:lnTo>
                  <a:pt x="158" y="339"/>
                </a:lnTo>
                <a:lnTo>
                  <a:pt x="164" y="339"/>
                </a:lnTo>
                <a:lnTo>
                  <a:pt x="336" y="339"/>
                </a:lnTo>
                <a:lnTo>
                  <a:pt x="336" y="170"/>
                </a:lnTo>
                <a:lnTo>
                  <a:pt x="337" y="165"/>
                </a:lnTo>
                <a:lnTo>
                  <a:pt x="339" y="161"/>
                </a:lnTo>
                <a:lnTo>
                  <a:pt x="343" y="159"/>
                </a:lnTo>
                <a:lnTo>
                  <a:pt x="348" y="158"/>
                </a:lnTo>
                <a:lnTo>
                  <a:pt x="353" y="159"/>
                </a:lnTo>
                <a:lnTo>
                  <a:pt x="356" y="161"/>
                </a:lnTo>
                <a:lnTo>
                  <a:pt x="359" y="165"/>
                </a:lnTo>
                <a:lnTo>
                  <a:pt x="359" y="170"/>
                </a:lnTo>
                <a:lnTo>
                  <a:pt x="359" y="339"/>
                </a:lnTo>
                <a:lnTo>
                  <a:pt x="526" y="339"/>
                </a:lnTo>
                <a:lnTo>
                  <a:pt x="530" y="339"/>
                </a:lnTo>
                <a:lnTo>
                  <a:pt x="535" y="342"/>
                </a:lnTo>
                <a:lnTo>
                  <a:pt x="537" y="346"/>
                </a:lnTo>
                <a:lnTo>
                  <a:pt x="538" y="350"/>
                </a:lnTo>
                <a:lnTo>
                  <a:pt x="537" y="356"/>
                </a:lnTo>
                <a:lnTo>
                  <a:pt x="535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8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8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2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2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132" name="Figura a mano libera 1838" descr="Indicatore con segno meno. ">
            <a:extLst>
              <a:ext uri="{FF2B5EF4-FFF2-40B4-BE49-F238E27FC236}">
                <a16:creationId xmlns:a16="http://schemas.microsoft.com/office/drawing/2014/main" id="{B5F2BF4D-A7CC-4EBB-95EE-71610004A3D7}"/>
              </a:ext>
            </a:extLst>
          </p:cNvPr>
          <p:cNvSpPr>
            <a:spLocks noEditPoints="1"/>
          </p:cNvSpPr>
          <p:nvPr/>
        </p:nvSpPr>
        <p:spPr bwMode="auto">
          <a:xfrm>
            <a:off x="1989538" y="2385217"/>
            <a:ext cx="276225" cy="276225"/>
          </a:xfrm>
          <a:custGeom>
            <a:avLst/>
            <a:gdLst>
              <a:gd name="T0" fmla="*/ 526 w 695"/>
              <a:gd name="T1" fmla="*/ 362 h 695"/>
              <a:gd name="T2" fmla="*/ 162 w 695"/>
              <a:gd name="T3" fmla="*/ 362 h 695"/>
              <a:gd name="T4" fmla="*/ 158 w 695"/>
              <a:gd name="T5" fmla="*/ 361 h 695"/>
              <a:gd name="T6" fmla="*/ 155 w 695"/>
              <a:gd name="T7" fmla="*/ 359 h 695"/>
              <a:gd name="T8" fmla="*/ 151 w 695"/>
              <a:gd name="T9" fmla="*/ 356 h 695"/>
              <a:gd name="T10" fmla="*/ 151 w 695"/>
              <a:gd name="T11" fmla="*/ 350 h 695"/>
              <a:gd name="T12" fmla="*/ 151 w 695"/>
              <a:gd name="T13" fmla="*/ 346 h 695"/>
              <a:gd name="T14" fmla="*/ 155 w 695"/>
              <a:gd name="T15" fmla="*/ 342 h 695"/>
              <a:gd name="T16" fmla="*/ 158 w 695"/>
              <a:gd name="T17" fmla="*/ 339 h 695"/>
              <a:gd name="T18" fmla="*/ 162 w 695"/>
              <a:gd name="T19" fmla="*/ 339 h 695"/>
              <a:gd name="T20" fmla="*/ 526 w 695"/>
              <a:gd name="T21" fmla="*/ 339 h 695"/>
              <a:gd name="T22" fmla="*/ 530 w 695"/>
              <a:gd name="T23" fmla="*/ 339 h 695"/>
              <a:gd name="T24" fmla="*/ 533 w 695"/>
              <a:gd name="T25" fmla="*/ 342 h 695"/>
              <a:gd name="T26" fmla="*/ 537 w 695"/>
              <a:gd name="T27" fmla="*/ 346 h 695"/>
              <a:gd name="T28" fmla="*/ 537 w 695"/>
              <a:gd name="T29" fmla="*/ 350 h 695"/>
              <a:gd name="T30" fmla="*/ 537 w 695"/>
              <a:gd name="T31" fmla="*/ 356 h 695"/>
              <a:gd name="T32" fmla="*/ 533 w 695"/>
              <a:gd name="T33" fmla="*/ 359 h 695"/>
              <a:gd name="T34" fmla="*/ 530 w 695"/>
              <a:gd name="T35" fmla="*/ 361 h 695"/>
              <a:gd name="T36" fmla="*/ 526 w 695"/>
              <a:gd name="T37" fmla="*/ 362 h 695"/>
              <a:gd name="T38" fmla="*/ 682 w 695"/>
              <a:gd name="T39" fmla="*/ 0 h 695"/>
              <a:gd name="T40" fmla="*/ 12 w 695"/>
              <a:gd name="T41" fmla="*/ 0 h 695"/>
              <a:gd name="T42" fmla="*/ 7 w 695"/>
              <a:gd name="T43" fmla="*/ 1 h 695"/>
              <a:gd name="T44" fmla="*/ 3 w 695"/>
              <a:gd name="T45" fmla="*/ 3 h 695"/>
              <a:gd name="T46" fmla="*/ 1 w 695"/>
              <a:gd name="T47" fmla="*/ 7 h 695"/>
              <a:gd name="T48" fmla="*/ 0 w 695"/>
              <a:gd name="T49" fmla="*/ 11 h 695"/>
              <a:gd name="T50" fmla="*/ 0 w 695"/>
              <a:gd name="T51" fmla="*/ 683 h 695"/>
              <a:gd name="T52" fmla="*/ 1 w 695"/>
              <a:gd name="T53" fmla="*/ 687 h 695"/>
              <a:gd name="T54" fmla="*/ 3 w 695"/>
              <a:gd name="T55" fmla="*/ 691 h 695"/>
              <a:gd name="T56" fmla="*/ 7 w 695"/>
              <a:gd name="T57" fmla="*/ 694 h 695"/>
              <a:gd name="T58" fmla="*/ 12 w 695"/>
              <a:gd name="T59" fmla="*/ 695 h 695"/>
              <a:gd name="T60" fmla="*/ 682 w 695"/>
              <a:gd name="T61" fmla="*/ 695 h 695"/>
              <a:gd name="T62" fmla="*/ 687 w 695"/>
              <a:gd name="T63" fmla="*/ 694 h 695"/>
              <a:gd name="T64" fmla="*/ 691 w 695"/>
              <a:gd name="T65" fmla="*/ 691 h 695"/>
              <a:gd name="T66" fmla="*/ 694 w 695"/>
              <a:gd name="T67" fmla="*/ 687 h 695"/>
              <a:gd name="T68" fmla="*/ 695 w 695"/>
              <a:gd name="T69" fmla="*/ 683 h 695"/>
              <a:gd name="T70" fmla="*/ 695 w 695"/>
              <a:gd name="T71" fmla="*/ 11 h 695"/>
              <a:gd name="T72" fmla="*/ 694 w 695"/>
              <a:gd name="T73" fmla="*/ 7 h 695"/>
              <a:gd name="T74" fmla="*/ 691 w 695"/>
              <a:gd name="T75" fmla="*/ 3 h 695"/>
              <a:gd name="T76" fmla="*/ 687 w 695"/>
              <a:gd name="T77" fmla="*/ 1 h 695"/>
              <a:gd name="T78" fmla="*/ 682 w 695"/>
              <a:gd name="T79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162" y="362"/>
                </a:lnTo>
                <a:lnTo>
                  <a:pt x="158" y="361"/>
                </a:lnTo>
                <a:lnTo>
                  <a:pt x="155" y="359"/>
                </a:lnTo>
                <a:lnTo>
                  <a:pt x="151" y="356"/>
                </a:lnTo>
                <a:lnTo>
                  <a:pt x="151" y="350"/>
                </a:lnTo>
                <a:lnTo>
                  <a:pt x="151" y="346"/>
                </a:lnTo>
                <a:lnTo>
                  <a:pt x="155" y="342"/>
                </a:lnTo>
                <a:lnTo>
                  <a:pt x="158" y="339"/>
                </a:lnTo>
                <a:lnTo>
                  <a:pt x="162" y="339"/>
                </a:lnTo>
                <a:lnTo>
                  <a:pt x="526" y="339"/>
                </a:lnTo>
                <a:lnTo>
                  <a:pt x="530" y="339"/>
                </a:lnTo>
                <a:lnTo>
                  <a:pt x="533" y="342"/>
                </a:lnTo>
                <a:lnTo>
                  <a:pt x="537" y="346"/>
                </a:lnTo>
                <a:lnTo>
                  <a:pt x="537" y="350"/>
                </a:lnTo>
                <a:lnTo>
                  <a:pt x="537" y="356"/>
                </a:lnTo>
                <a:lnTo>
                  <a:pt x="533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2" y="0"/>
                </a:move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3" y="691"/>
                </a:lnTo>
                <a:lnTo>
                  <a:pt x="7" y="694"/>
                </a:lnTo>
                <a:lnTo>
                  <a:pt x="12" y="695"/>
                </a:lnTo>
                <a:lnTo>
                  <a:pt x="682" y="695"/>
                </a:lnTo>
                <a:lnTo>
                  <a:pt x="687" y="694"/>
                </a:lnTo>
                <a:lnTo>
                  <a:pt x="691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1" y="3"/>
                </a:lnTo>
                <a:lnTo>
                  <a:pt x="687" y="1"/>
                </a:lnTo>
                <a:lnTo>
                  <a:pt x="682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133" name="Figura a mano libera 1839" descr="Indicatore con segno di moltiplicazione. ">
            <a:extLst>
              <a:ext uri="{FF2B5EF4-FFF2-40B4-BE49-F238E27FC236}">
                <a16:creationId xmlns:a16="http://schemas.microsoft.com/office/drawing/2014/main" id="{C1376BF3-C8B4-42C0-BF77-D3FADEB8D226}"/>
              </a:ext>
            </a:extLst>
          </p:cNvPr>
          <p:cNvSpPr>
            <a:spLocks noEditPoints="1"/>
          </p:cNvSpPr>
          <p:nvPr/>
        </p:nvSpPr>
        <p:spPr bwMode="auto">
          <a:xfrm>
            <a:off x="1978823" y="3385358"/>
            <a:ext cx="276225" cy="276225"/>
          </a:xfrm>
          <a:custGeom>
            <a:avLst/>
            <a:gdLst>
              <a:gd name="T0" fmla="*/ 488 w 695"/>
              <a:gd name="T1" fmla="*/ 471 h 695"/>
              <a:gd name="T2" fmla="*/ 490 w 695"/>
              <a:gd name="T3" fmla="*/ 475 h 695"/>
              <a:gd name="T4" fmla="*/ 491 w 695"/>
              <a:gd name="T5" fmla="*/ 479 h 695"/>
              <a:gd name="T6" fmla="*/ 490 w 695"/>
              <a:gd name="T7" fmla="*/ 484 h 695"/>
              <a:gd name="T8" fmla="*/ 488 w 695"/>
              <a:gd name="T9" fmla="*/ 487 h 695"/>
              <a:gd name="T10" fmla="*/ 483 w 695"/>
              <a:gd name="T11" fmla="*/ 490 h 695"/>
              <a:gd name="T12" fmla="*/ 479 w 695"/>
              <a:gd name="T13" fmla="*/ 490 h 695"/>
              <a:gd name="T14" fmla="*/ 475 w 695"/>
              <a:gd name="T15" fmla="*/ 490 h 695"/>
              <a:gd name="T16" fmla="*/ 471 w 695"/>
              <a:gd name="T17" fmla="*/ 487 h 695"/>
              <a:gd name="T18" fmla="*/ 348 w 695"/>
              <a:gd name="T19" fmla="*/ 365 h 695"/>
              <a:gd name="T20" fmla="*/ 225 w 695"/>
              <a:gd name="T21" fmla="*/ 487 h 695"/>
              <a:gd name="T22" fmla="*/ 221 w 695"/>
              <a:gd name="T23" fmla="*/ 490 h 695"/>
              <a:gd name="T24" fmla="*/ 216 w 695"/>
              <a:gd name="T25" fmla="*/ 490 h 695"/>
              <a:gd name="T26" fmla="*/ 212 w 695"/>
              <a:gd name="T27" fmla="*/ 490 h 695"/>
              <a:gd name="T28" fmla="*/ 207 w 695"/>
              <a:gd name="T29" fmla="*/ 487 h 695"/>
              <a:gd name="T30" fmla="*/ 205 w 695"/>
              <a:gd name="T31" fmla="*/ 483 h 695"/>
              <a:gd name="T32" fmla="*/ 204 w 695"/>
              <a:gd name="T33" fmla="*/ 478 h 695"/>
              <a:gd name="T34" fmla="*/ 205 w 695"/>
              <a:gd name="T35" fmla="*/ 474 h 695"/>
              <a:gd name="T36" fmla="*/ 207 w 695"/>
              <a:gd name="T37" fmla="*/ 471 h 695"/>
              <a:gd name="T38" fmla="*/ 331 w 695"/>
              <a:gd name="T39" fmla="*/ 347 h 695"/>
              <a:gd name="T40" fmla="*/ 207 w 695"/>
              <a:gd name="T41" fmla="*/ 223 h 695"/>
              <a:gd name="T42" fmla="*/ 205 w 695"/>
              <a:gd name="T43" fmla="*/ 220 h 695"/>
              <a:gd name="T44" fmla="*/ 204 w 695"/>
              <a:gd name="T45" fmla="*/ 215 h 695"/>
              <a:gd name="T46" fmla="*/ 205 w 695"/>
              <a:gd name="T47" fmla="*/ 211 h 695"/>
              <a:gd name="T48" fmla="*/ 207 w 695"/>
              <a:gd name="T49" fmla="*/ 207 h 695"/>
              <a:gd name="T50" fmla="*/ 212 w 695"/>
              <a:gd name="T51" fmla="*/ 204 h 695"/>
              <a:gd name="T52" fmla="*/ 216 w 695"/>
              <a:gd name="T53" fmla="*/ 203 h 695"/>
              <a:gd name="T54" fmla="*/ 221 w 695"/>
              <a:gd name="T55" fmla="*/ 204 h 695"/>
              <a:gd name="T56" fmla="*/ 224 w 695"/>
              <a:gd name="T57" fmla="*/ 207 h 695"/>
              <a:gd name="T58" fmla="*/ 348 w 695"/>
              <a:gd name="T59" fmla="*/ 330 h 695"/>
              <a:gd name="T60" fmla="*/ 471 w 695"/>
              <a:gd name="T61" fmla="*/ 207 h 695"/>
              <a:gd name="T62" fmla="*/ 475 w 695"/>
              <a:gd name="T63" fmla="*/ 204 h 695"/>
              <a:gd name="T64" fmla="*/ 479 w 695"/>
              <a:gd name="T65" fmla="*/ 203 h 695"/>
              <a:gd name="T66" fmla="*/ 483 w 695"/>
              <a:gd name="T67" fmla="*/ 204 h 695"/>
              <a:gd name="T68" fmla="*/ 488 w 695"/>
              <a:gd name="T69" fmla="*/ 207 h 695"/>
              <a:gd name="T70" fmla="*/ 490 w 695"/>
              <a:gd name="T71" fmla="*/ 211 h 695"/>
              <a:gd name="T72" fmla="*/ 491 w 695"/>
              <a:gd name="T73" fmla="*/ 215 h 695"/>
              <a:gd name="T74" fmla="*/ 490 w 695"/>
              <a:gd name="T75" fmla="*/ 220 h 695"/>
              <a:gd name="T76" fmla="*/ 488 w 695"/>
              <a:gd name="T77" fmla="*/ 223 h 695"/>
              <a:gd name="T78" fmla="*/ 364 w 695"/>
              <a:gd name="T79" fmla="*/ 347 h 695"/>
              <a:gd name="T80" fmla="*/ 488 w 695"/>
              <a:gd name="T81" fmla="*/ 471 h 695"/>
              <a:gd name="T82" fmla="*/ 683 w 695"/>
              <a:gd name="T83" fmla="*/ 0 h 695"/>
              <a:gd name="T84" fmla="*/ 12 w 695"/>
              <a:gd name="T85" fmla="*/ 0 h 695"/>
              <a:gd name="T86" fmla="*/ 7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7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1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1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488" y="471"/>
                </a:moveTo>
                <a:lnTo>
                  <a:pt x="490" y="475"/>
                </a:lnTo>
                <a:lnTo>
                  <a:pt x="491" y="479"/>
                </a:lnTo>
                <a:lnTo>
                  <a:pt x="490" y="484"/>
                </a:lnTo>
                <a:lnTo>
                  <a:pt x="488" y="487"/>
                </a:lnTo>
                <a:lnTo>
                  <a:pt x="483" y="490"/>
                </a:lnTo>
                <a:lnTo>
                  <a:pt x="479" y="490"/>
                </a:lnTo>
                <a:lnTo>
                  <a:pt x="475" y="490"/>
                </a:lnTo>
                <a:lnTo>
                  <a:pt x="471" y="487"/>
                </a:lnTo>
                <a:lnTo>
                  <a:pt x="348" y="365"/>
                </a:lnTo>
                <a:lnTo>
                  <a:pt x="225" y="487"/>
                </a:lnTo>
                <a:lnTo>
                  <a:pt x="221" y="490"/>
                </a:lnTo>
                <a:lnTo>
                  <a:pt x="216" y="490"/>
                </a:lnTo>
                <a:lnTo>
                  <a:pt x="212" y="490"/>
                </a:lnTo>
                <a:lnTo>
                  <a:pt x="207" y="487"/>
                </a:lnTo>
                <a:lnTo>
                  <a:pt x="205" y="483"/>
                </a:lnTo>
                <a:lnTo>
                  <a:pt x="204" y="478"/>
                </a:lnTo>
                <a:lnTo>
                  <a:pt x="205" y="474"/>
                </a:lnTo>
                <a:lnTo>
                  <a:pt x="207" y="471"/>
                </a:lnTo>
                <a:lnTo>
                  <a:pt x="331" y="347"/>
                </a:lnTo>
                <a:lnTo>
                  <a:pt x="207" y="223"/>
                </a:lnTo>
                <a:lnTo>
                  <a:pt x="205" y="220"/>
                </a:lnTo>
                <a:lnTo>
                  <a:pt x="204" y="215"/>
                </a:lnTo>
                <a:lnTo>
                  <a:pt x="205" y="211"/>
                </a:lnTo>
                <a:lnTo>
                  <a:pt x="207" y="207"/>
                </a:lnTo>
                <a:lnTo>
                  <a:pt x="212" y="204"/>
                </a:lnTo>
                <a:lnTo>
                  <a:pt x="216" y="203"/>
                </a:lnTo>
                <a:lnTo>
                  <a:pt x="221" y="204"/>
                </a:lnTo>
                <a:lnTo>
                  <a:pt x="224" y="207"/>
                </a:lnTo>
                <a:lnTo>
                  <a:pt x="348" y="330"/>
                </a:lnTo>
                <a:lnTo>
                  <a:pt x="471" y="207"/>
                </a:lnTo>
                <a:lnTo>
                  <a:pt x="475" y="204"/>
                </a:lnTo>
                <a:lnTo>
                  <a:pt x="479" y="203"/>
                </a:lnTo>
                <a:lnTo>
                  <a:pt x="483" y="204"/>
                </a:lnTo>
                <a:lnTo>
                  <a:pt x="488" y="207"/>
                </a:lnTo>
                <a:lnTo>
                  <a:pt x="490" y="211"/>
                </a:lnTo>
                <a:lnTo>
                  <a:pt x="491" y="215"/>
                </a:lnTo>
                <a:lnTo>
                  <a:pt x="490" y="220"/>
                </a:lnTo>
                <a:lnTo>
                  <a:pt x="488" y="223"/>
                </a:lnTo>
                <a:lnTo>
                  <a:pt x="364" y="347"/>
                </a:lnTo>
                <a:lnTo>
                  <a:pt x="488" y="471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7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7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1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1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134" name="Figura a mano libera 1839" descr="Indicatore con segno di moltiplicazione. ">
            <a:extLst>
              <a:ext uri="{FF2B5EF4-FFF2-40B4-BE49-F238E27FC236}">
                <a16:creationId xmlns:a16="http://schemas.microsoft.com/office/drawing/2014/main" id="{78429B93-7238-4139-A703-26ABDBFB1498}"/>
              </a:ext>
            </a:extLst>
          </p:cNvPr>
          <p:cNvSpPr>
            <a:spLocks noEditPoints="1"/>
          </p:cNvSpPr>
          <p:nvPr/>
        </p:nvSpPr>
        <p:spPr bwMode="auto">
          <a:xfrm>
            <a:off x="1978823" y="4382024"/>
            <a:ext cx="276225" cy="276225"/>
          </a:xfrm>
          <a:custGeom>
            <a:avLst/>
            <a:gdLst>
              <a:gd name="T0" fmla="*/ 488 w 695"/>
              <a:gd name="T1" fmla="*/ 471 h 695"/>
              <a:gd name="T2" fmla="*/ 490 w 695"/>
              <a:gd name="T3" fmla="*/ 475 h 695"/>
              <a:gd name="T4" fmla="*/ 491 w 695"/>
              <a:gd name="T5" fmla="*/ 479 h 695"/>
              <a:gd name="T6" fmla="*/ 490 w 695"/>
              <a:gd name="T7" fmla="*/ 484 h 695"/>
              <a:gd name="T8" fmla="*/ 488 w 695"/>
              <a:gd name="T9" fmla="*/ 487 h 695"/>
              <a:gd name="T10" fmla="*/ 483 w 695"/>
              <a:gd name="T11" fmla="*/ 490 h 695"/>
              <a:gd name="T12" fmla="*/ 479 w 695"/>
              <a:gd name="T13" fmla="*/ 490 h 695"/>
              <a:gd name="T14" fmla="*/ 475 w 695"/>
              <a:gd name="T15" fmla="*/ 490 h 695"/>
              <a:gd name="T16" fmla="*/ 471 w 695"/>
              <a:gd name="T17" fmla="*/ 487 h 695"/>
              <a:gd name="T18" fmla="*/ 348 w 695"/>
              <a:gd name="T19" fmla="*/ 365 h 695"/>
              <a:gd name="T20" fmla="*/ 225 w 695"/>
              <a:gd name="T21" fmla="*/ 487 h 695"/>
              <a:gd name="T22" fmla="*/ 221 w 695"/>
              <a:gd name="T23" fmla="*/ 490 h 695"/>
              <a:gd name="T24" fmla="*/ 216 w 695"/>
              <a:gd name="T25" fmla="*/ 490 h 695"/>
              <a:gd name="T26" fmla="*/ 212 w 695"/>
              <a:gd name="T27" fmla="*/ 490 h 695"/>
              <a:gd name="T28" fmla="*/ 207 w 695"/>
              <a:gd name="T29" fmla="*/ 487 h 695"/>
              <a:gd name="T30" fmla="*/ 205 w 695"/>
              <a:gd name="T31" fmla="*/ 483 h 695"/>
              <a:gd name="T32" fmla="*/ 204 w 695"/>
              <a:gd name="T33" fmla="*/ 478 h 695"/>
              <a:gd name="T34" fmla="*/ 205 w 695"/>
              <a:gd name="T35" fmla="*/ 474 h 695"/>
              <a:gd name="T36" fmla="*/ 207 w 695"/>
              <a:gd name="T37" fmla="*/ 471 h 695"/>
              <a:gd name="T38" fmla="*/ 331 w 695"/>
              <a:gd name="T39" fmla="*/ 347 h 695"/>
              <a:gd name="T40" fmla="*/ 207 w 695"/>
              <a:gd name="T41" fmla="*/ 223 h 695"/>
              <a:gd name="T42" fmla="*/ 205 w 695"/>
              <a:gd name="T43" fmla="*/ 220 h 695"/>
              <a:gd name="T44" fmla="*/ 204 w 695"/>
              <a:gd name="T45" fmla="*/ 215 h 695"/>
              <a:gd name="T46" fmla="*/ 205 w 695"/>
              <a:gd name="T47" fmla="*/ 211 h 695"/>
              <a:gd name="T48" fmla="*/ 207 w 695"/>
              <a:gd name="T49" fmla="*/ 207 h 695"/>
              <a:gd name="T50" fmla="*/ 212 w 695"/>
              <a:gd name="T51" fmla="*/ 204 h 695"/>
              <a:gd name="T52" fmla="*/ 216 w 695"/>
              <a:gd name="T53" fmla="*/ 203 h 695"/>
              <a:gd name="T54" fmla="*/ 221 w 695"/>
              <a:gd name="T55" fmla="*/ 204 h 695"/>
              <a:gd name="T56" fmla="*/ 224 w 695"/>
              <a:gd name="T57" fmla="*/ 207 h 695"/>
              <a:gd name="T58" fmla="*/ 348 w 695"/>
              <a:gd name="T59" fmla="*/ 330 h 695"/>
              <a:gd name="T60" fmla="*/ 471 w 695"/>
              <a:gd name="T61" fmla="*/ 207 h 695"/>
              <a:gd name="T62" fmla="*/ 475 w 695"/>
              <a:gd name="T63" fmla="*/ 204 h 695"/>
              <a:gd name="T64" fmla="*/ 479 w 695"/>
              <a:gd name="T65" fmla="*/ 203 h 695"/>
              <a:gd name="T66" fmla="*/ 483 w 695"/>
              <a:gd name="T67" fmla="*/ 204 h 695"/>
              <a:gd name="T68" fmla="*/ 488 w 695"/>
              <a:gd name="T69" fmla="*/ 207 h 695"/>
              <a:gd name="T70" fmla="*/ 490 w 695"/>
              <a:gd name="T71" fmla="*/ 211 h 695"/>
              <a:gd name="T72" fmla="*/ 491 w 695"/>
              <a:gd name="T73" fmla="*/ 215 h 695"/>
              <a:gd name="T74" fmla="*/ 490 w 695"/>
              <a:gd name="T75" fmla="*/ 220 h 695"/>
              <a:gd name="T76" fmla="*/ 488 w 695"/>
              <a:gd name="T77" fmla="*/ 223 h 695"/>
              <a:gd name="T78" fmla="*/ 364 w 695"/>
              <a:gd name="T79" fmla="*/ 347 h 695"/>
              <a:gd name="T80" fmla="*/ 488 w 695"/>
              <a:gd name="T81" fmla="*/ 471 h 695"/>
              <a:gd name="T82" fmla="*/ 683 w 695"/>
              <a:gd name="T83" fmla="*/ 0 h 695"/>
              <a:gd name="T84" fmla="*/ 12 w 695"/>
              <a:gd name="T85" fmla="*/ 0 h 695"/>
              <a:gd name="T86" fmla="*/ 7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7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1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1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488" y="471"/>
                </a:moveTo>
                <a:lnTo>
                  <a:pt x="490" y="475"/>
                </a:lnTo>
                <a:lnTo>
                  <a:pt x="491" y="479"/>
                </a:lnTo>
                <a:lnTo>
                  <a:pt x="490" y="484"/>
                </a:lnTo>
                <a:lnTo>
                  <a:pt x="488" y="487"/>
                </a:lnTo>
                <a:lnTo>
                  <a:pt x="483" y="490"/>
                </a:lnTo>
                <a:lnTo>
                  <a:pt x="479" y="490"/>
                </a:lnTo>
                <a:lnTo>
                  <a:pt x="475" y="490"/>
                </a:lnTo>
                <a:lnTo>
                  <a:pt x="471" y="487"/>
                </a:lnTo>
                <a:lnTo>
                  <a:pt x="348" y="365"/>
                </a:lnTo>
                <a:lnTo>
                  <a:pt x="225" y="487"/>
                </a:lnTo>
                <a:lnTo>
                  <a:pt x="221" y="490"/>
                </a:lnTo>
                <a:lnTo>
                  <a:pt x="216" y="490"/>
                </a:lnTo>
                <a:lnTo>
                  <a:pt x="212" y="490"/>
                </a:lnTo>
                <a:lnTo>
                  <a:pt x="207" y="487"/>
                </a:lnTo>
                <a:lnTo>
                  <a:pt x="205" y="483"/>
                </a:lnTo>
                <a:lnTo>
                  <a:pt x="204" y="478"/>
                </a:lnTo>
                <a:lnTo>
                  <a:pt x="205" y="474"/>
                </a:lnTo>
                <a:lnTo>
                  <a:pt x="207" y="471"/>
                </a:lnTo>
                <a:lnTo>
                  <a:pt x="331" y="347"/>
                </a:lnTo>
                <a:lnTo>
                  <a:pt x="207" y="223"/>
                </a:lnTo>
                <a:lnTo>
                  <a:pt x="205" y="220"/>
                </a:lnTo>
                <a:lnTo>
                  <a:pt x="204" y="215"/>
                </a:lnTo>
                <a:lnTo>
                  <a:pt x="205" y="211"/>
                </a:lnTo>
                <a:lnTo>
                  <a:pt x="207" y="207"/>
                </a:lnTo>
                <a:lnTo>
                  <a:pt x="212" y="204"/>
                </a:lnTo>
                <a:lnTo>
                  <a:pt x="216" y="203"/>
                </a:lnTo>
                <a:lnTo>
                  <a:pt x="221" y="204"/>
                </a:lnTo>
                <a:lnTo>
                  <a:pt x="224" y="207"/>
                </a:lnTo>
                <a:lnTo>
                  <a:pt x="348" y="330"/>
                </a:lnTo>
                <a:lnTo>
                  <a:pt x="471" y="207"/>
                </a:lnTo>
                <a:lnTo>
                  <a:pt x="475" y="204"/>
                </a:lnTo>
                <a:lnTo>
                  <a:pt x="479" y="203"/>
                </a:lnTo>
                <a:lnTo>
                  <a:pt x="483" y="204"/>
                </a:lnTo>
                <a:lnTo>
                  <a:pt x="488" y="207"/>
                </a:lnTo>
                <a:lnTo>
                  <a:pt x="490" y="211"/>
                </a:lnTo>
                <a:lnTo>
                  <a:pt x="491" y="215"/>
                </a:lnTo>
                <a:lnTo>
                  <a:pt x="490" y="220"/>
                </a:lnTo>
                <a:lnTo>
                  <a:pt x="488" y="223"/>
                </a:lnTo>
                <a:lnTo>
                  <a:pt x="364" y="347"/>
                </a:lnTo>
                <a:lnTo>
                  <a:pt x="488" y="471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7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7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1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1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135" name="Figura a mano libera 1837" descr="Indicatore con segno più. ">
            <a:extLst>
              <a:ext uri="{FF2B5EF4-FFF2-40B4-BE49-F238E27FC236}">
                <a16:creationId xmlns:a16="http://schemas.microsoft.com/office/drawing/2014/main" id="{FFEC666F-8CEB-456C-A2BE-0ED23EE4FADC}"/>
              </a:ext>
            </a:extLst>
          </p:cNvPr>
          <p:cNvSpPr>
            <a:spLocks noEditPoints="1"/>
          </p:cNvSpPr>
          <p:nvPr/>
        </p:nvSpPr>
        <p:spPr bwMode="auto">
          <a:xfrm>
            <a:off x="3139680" y="3385358"/>
            <a:ext cx="274638" cy="276225"/>
          </a:xfrm>
          <a:custGeom>
            <a:avLst/>
            <a:gdLst>
              <a:gd name="T0" fmla="*/ 526 w 695"/>
              <a:gd name="T1" fmla="*/ 362 h 695"/>
              <a:gd name="T2" fmla="*/ 359 w 695"/>
              <a:gd name="T3" fmla="*/ 362 h 695"/>
              <a:gd name="T4" fmla="*/ 359 w 695"/>
              <a:gd name="T5" fmla="*/ 531 h 695"/>
              <a:gd name="T6" fmla="*/ 359 w 695"/>
              <a:gd name="T7" fmla="*/ 537 h 695"/>
              <a:gd name="T8" fmla="*/ 356 w 695"/>
              <a:gd name="T9" fmla="*/ 540 h 695"/>
              <a:gd name="T10" fmla="*/ 353 w 695"/>
              <a:gd name="T11" fmla="*/ 542 h 695"/>
              <a:gd name="T12" fmla="*/ 348 w 695"/>
              <a:gd name="T13" fmla="*/ 543 h 695"/>
              <a:gd name="T14" fmla="*/ 343 w 695"/>
              <a:gd name="T15" fmla="*/ 542 h 695"/>
              <a:gd name="T16" fmla="*/ 339 w 695"/>
              <a:gd name="T17" fmla="*/ 540 h 695"/>
              <a:gd name="T18" fmla="*/ 337 w 695"/>
              <a:gd name="T19" fmla="*/ 537 h 695"/>
              <a:gd name="T20" fmla="*/ 336 w 695"/>
              <a:gd name="T21" fmla="*/ 531 h 695"/>
              <a:gd name="T22" fmla="*/ 336 w 695"/>
              <a:gd name="T23" fmla="*/ 362 h 695"/>
              <a:gd name="T24" fmla="*/ 164 w 695"/>
              <a:gd name="T25" fmla="*/ 362 h 695"/>
              <a:gd name="T26" fmla="*/ 158 w 695"/>
              <a:gd name="T27" fmla="*/ 361 h 695"/>
              <a:gd name="T28" fmla="*/ 155 w 695"/>
              <a:gd name="T29" fmla="*/ 359 h 695"/>
              <a:gd name="T30" fmla="*/ 153 w 695"/>
              <a:gd name="T31" fmla="*/ 356 h 695"/>
              <a:gd name="T32" fmla="*/ 152 w 695"/>
              <a:gd name="T33" fmla="*/ 350 h 695"/>
              <a:gd name="T34" fmla="*/ 153 w 695"/>
              <a:gd name="T35" fmla="*/ 346 h 695"/>
              <a:gd name="T36" fmla="*/ 155 w 695"/>
              <a:gd name="T37" fmla="*/ 342 h 695"/>
              <a:gd name="T38" fmla="*/ 158 w 695"/>
              <a:gd name="T39" fmla="*/ 339 h 695"/>
              <a:gd name="T40" fmla="*/ 164 w 695"/>
              <a:gd name="T41" fmla="*/ 339 h 695"/>
              <a:gd name="T42" fmla="*/ 336 w 695"/>
              <a:gd name="T43" fmla="*/ 339 h 695"/>
              <a:gd name="T44" fmla="*/ 336 w 695"/>
              <a:gd name="T45" fmla="*/ 170 h 695"/>
              <a:gd name="T46" fmla="*/ 337 w 695"/>
              <a:gd name="T47" fmla="*/ 165 h 695"/>
              <a:gd name="T48" fmla="*/ 339 w 695"/>
              <a:gd name="T49" fmla="*/ 161 h 695"/>
              <a:gd name="T50" fmla="*/ 343 w 695"/>
              <a:gd name="T51" fmla="*/ 159 h 695"/>
              <a:gd name="T52" fmla="*/ 348 w 695"/>
              <a:gd name="T53" fmla="*/ 158 h 695"/>
              <a:gd name="T54" fmla="*/ 353 w 695"/>
              <a:gd name="T55" fmla="*/ 159 h 695"/>
              <a:gd name="T56" fmla="*/ 356 w 695"/>
              <a:gd name="T57" fmla="*/ 161 h 695"/>
              <a:gd name="T58" fmla="*/ 359 w 695"/>
              <a:gd name="T59" fmla="*/ 165 h 695"/>
              <a:gd name="T60" fmla="*/ 359 w 695"/>
              <a:gd name="T61" fmla="*/ 170 h 695"/>
              <a:gd name="T62" fmla="*/ 359 w 695"/>
              <a:gd name="T63" fmla="*/ 339 h 695"/>
              <a:gd name="T64" fmla="*/ 526 w 695"/>
              <a:gd name="T65" fmla="*/ 339 h 695"/>
              <a:gd name="T66" fmla="*/ 530 w 695"/>
              <a:gd name="T67" fmla="*/ 339 h 695"/>
              <a:gd name="T68" fmla="*/ 535 w 695"/>
              <a:gd name="T69" fmla="*/ 342 h 695"/>
              <a:gd name="T70" fmla="*/ 537 w 695"/>
              <a:gd name="T71" fmla="*/ 346 h 695"/>
              <a:gd name="T72" fmla="*/ 538 w 695"/>
              <a:gd name="T73" fmla="*/ 350 h 695"/>
              <a:gd name="T74" fmla="*/ 537 w 695"/>
              <a:gd name="T75" fmla="*/ 356 h 695"/>
              <a:gd name="T76" fmla="*/ 535 w 695"/>
              <a:gd name="T77" fmla="*/ 359 h 695"/>
              <a:gd name="T78" fmla="*/ 530 w 695"/>
              <a:gd name="T79" fmla="*/ 361 h 695"/>
              <a:gd name="T80" fmla="*/ 526 w 695"/>
              <a:gd name="T81" fmla="*/ 362 h 695"/>
              <a:gd name="T82" fmla="*/ 683 w 695"/>
              <a:gd name="T83" fmla="*/ 0 h 695"/>
              <a:gd name="T84" fmla="*/ 12 w 695"/>
              <a:gd name="T85" fmla="*/ 0 h 695"/>
              <a:gd name="T86" fmla="*/ 8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8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2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2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359" y="362"/>
                </a:lnTo>
                <a:lnTo>
                  <a:pt x="359" y="531"/>
                </a:lnTo>
                <a:lnTo>
                  <a:pt x="359" y="537"/>
                </a:lnTo>
                <a:lnTo>
                  <a:pt x="356" y="540"/>
                </a:lnTo>
                <a:lnTo>
                  <a:pt x="353" y="542"/>
                </a:lnTo>
                <a:lnTo>
                  <a:pt x="348" y="543"/>
                </a:lnTo>
                <a:lnTo>
                  <a:pt x="343" y="542"/>
                </a:lnTo>
                <a:lnTo>
                  <a:pt x="339" y="540"/>
                </a:lnTo>
                <a:lnTo>
                  <a:pt x="337" y="537"/>
                </a:lnTo>
                <a:lnTo>
                  <a:pt x="336" y="531"/>
                </a:lnTo>
                <a:lnTo>
                  <a:pt x="336" y="362"/>
                </a:lnTo>
                <a:lnTo>
                  <a:pt x="164" y="362"/>
                </a:lnTo>
                <a:lnTo>
                  <a:pt x="158" y="361"/>
                </a:lnTo>
                <a:lnTo>
                  <a:pt x="155" y="359"/>
                </a:lnTo>
                <a:lnTo>
                  <a:pt x="153" y="356"/>
                </a:lnTo>
                <a:lnTo>
                  <a:pt x="152" y="350"/>
                </a:lnTo>
                <a:lnTo>
                  <a:pt x="153" y="346"/>
                </a:lnTo>
                <a:lnTo>
                  <a:pt x="155" y="342"/>
                </a:lnTo>
                <a:lnTo>
                  <a:pt x="158" y="339"/>
                </a:lnTo>
                <a:lnTo>
                  <a:pt x="164" y="339"/>
                </a:lnTo>
                <a:lnTo>
                  <a:pt x="336" y="339"/>
                </a:lnTo>
                <a:lnTo>
                  <a:pt x="336" y="170"/>
                </a:lnTo>
                <a:lnTo>
                  <a:pt x="337" y="165"/>
                </a:lnTo>
                <a:lnTo>
                  <a:pt x="339" y="161"/>
                </a:lnTo>
                <a:lnTo>
                  <a:pt x="343" y="159"/>
                </a:lnTo>
                <a:lnTo>
                  <a:pt x="348" y="158"/>
                </a:lnTo>
                <a:lnTo>
                  <a:pt x="353" y="159"/>
                </a:lnTo>
                <a:lnTo>
                  <a:pt x="356" y="161"/>
                </a:lnTo>
                <a:lnTo>
                  <a:pt x="359" y="165"/>
                </a:lnTo>
                <a:lnTo>
                  <a:pt x="359" y="170"/>
                </a:lnTo>
                <a:lnTo>
                  <a:pt x="359" y="339"/>
                </a:lnTo>
                <a:lnTo>
                  <a:pt x="526" y="339"/>
                </a:lnTo>
                <a:lnTo>
                  <a:pt x="530" y="339"/>
                </a:lnTo>
                <a:lnTo>
                  <a:pt x="535" y="342"/>
                </a:lnTo>
                <a:lnTo>
                  <a:pt x="537" y="346"/>
                </a:lnTo>
                <a:lnTo>
                  <a:pt x="538" y="350"/>
                </a:lnTo>
                <a:lnTo>
                  <a:pt x="537" y="356"/>
                </a:lnTo>
                <a:lnTo>
                  <a:pt x="535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8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8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2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2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136" name="Figura a mano libera 1839" descr="Indicatore con segno di moltiplicazione. ">
            <a:extLst>
              <a:ext uri="{FF2B5EF4-FFF2-40B4-BE49-F238E27FC236}">
                <a16:creationId xmlns:a16="http://schemas.microsoft.com/office/drawing/2014/main" id="{406A6BB3-00DC-4CF5-AC64-82CF18B48C9C}"/>
              </a:ext>
            </a:extLst>
          </p:cNvPr>
          <p:cNvSpPr>
            <a:spLocks noEditPoints="1"/>
          </p:cNvSpPr>
          <p:nvPr/>
        </p:nvSpPr>
        <p:spPr bwMode="auto">
          <a:xfrm>
            <a:off x="4302523" y="2892703"/>
            <a:ext cx="276225" cy="276225"/>
          </a:xfrm>
          <a:custGeom>
            <a:avLst/>
            <a:gdLst>
              <a:gd name="T0" fmla="*/ 488 w 695"/>
              <a:gd name="T1" fmla="*/ 471 h 695"/>
              <a:gd name="T2" fmla="*/ 490 w 695"/>
              <a:gd name="T3" fmla="*/ 475 h 695"/>
              <a:gd name="T4" fmla="*/ 491 w 695"/>
              <a:gd name="T5" fmla="*/ 479 h 695"/>
              <a:gd name="T6" fmla="*/ 490 w 695"/>
              <a:gd name="T7" fmla="*/ 484 h 695"/>
              <a:gd name="T8" fmla="*/ 488 w 695"/>
              <a:gd name="T9" fmla="*/ 487 h 695"/>
              <a:gd name="T10" fmla="*/ 483 w 695"/>
              <a:gd name="T11" fmla="*/ 490 h 695"/>
              <a:gd name="T12" fmla="*/ 479 w 695"/>
              <a:gd name="T13" fmla="*/ 490 h 695"/>
              <a:gd name="T14" fmla="*/ 475 w 695"/>
              <a:gd name="T15" fmla="*/ 490 h 695"/>
              <a:gd name="T16" fmla="*/ 471 w 695"/>
              <a:gd name="T17" fmla="*/ 487 h 695"/>
              <a:gd name="T18" fmla="*/ 348 w 695"/>
              <a:gd name="T19" fmla="*/ 365 h 695"/>
              <a:gd name="T20" fmla="*/ 225 w 695"/>
              <a:gd name="T21" fmla="*/ 487 h 695"/>
              <a:gd name="T22" fmla="*/ 221 w 695"/>
              <a:gd name="T23" fmla="*/ 490 h 695"/>
              <a:gd name="T24" fmla="*/ 216 w 695"/>
              <a:gd name="T25" fmla="*/ 490 h 695"/>
              <a:gd name="T26" fmla="*/ 212 w 695"/>
              <a:gd name="T27" fmla="*/ 490 h 695"/>
              <a:gd name="T28" fmla="*/ 207 w 695"/>
              <a:gd name="T29" fmla="*/ 487 h 695"/>
              <a:gd name="T30" fmla="*/ 205 w 695"/>
              <a:gd name="T31" fmla="*/ 483 h 695"/>
              <a:gd name="T32" fmla="*/ 204 w 695"/>
              <a:gd name="T33" fmla="*/ 478 h 695"/>
              <a:gd name="T34" fmla="*/ 205 w 695"/>
              <a:gd name="T35" fmla="*/ 474 h 695"/>
              <a:gd name="T36" fmla="*/ 207 w 695"/>
              <a:gd name="T37" fmla="*/ 471 h 695"/>
              <a:gd name="T38" fmla="*/ 331 w 695"/>
              <a:gd name="T39" fmla="*/ 347 h 695"/>
              <a:gd name="T40" fmla="*/ 207 w 695"/>
              <a:gd name="T41" fmla="*/ 223 h 695"/>
              <a:gd name="T42" fmla="*/ 205 w 695"/>
              <a:gd name="T43" fmla="*/ 220 h 695"/>
              <a:gd name="T44" fmla="*/ 204 w 695"/>
              <a:gd name="T45" fmla="*/ 215 h 695"/>
              <a:gd name="T46" fmla="*/ 205 w 695"/>
              <a:gd name="T47" fmla="*/ 211 h 695"/>
              <a:gd name="T48" fmla="*/ 207 w 695"/>
              <a:gd name="T49" fmla="*/ 207 h 695"/>
              <a:gd name="T50" fmla="*/ 212 w 695"/>
              <a:gd name="T51" fmla="*/ 204 h 695"/>
              <a:gd name="T52" fmla="*/ 216 w 695"/>
              <a:gd name="T53" fmla="*/ 203 h 695"/>
              <a:gd name="T54" fmla="*/ 221 w 695"/>
              <a:gd name="T55" fmla="*/ 204 h 695"/>
              <a:gd name="T56" fmla="*/ 224 w 695"/>
              <a:gd name="T57" fmla="*/ 207 h 695"/>
              <a:gd name="T58" fmla="*/ 348 w 695"/>
              <a:gd name="T59" fmla="*/ 330 h 695"/>
              <a:gd name="T60" fmla="*/ 471 w 695"/>
              <a:gd name="T61" fmla="*/ 207 h 695"/>
              <a:gd name="T62" fmla="*/ 475 w 695"/>
              <a:gd name="T63" fmla="*/ 204 h 695"/>
              <a:gd name="T64" fmla="*/ 479 w 695"/>
              <a:gd name="T65" fmla="*/ 203 h 695"/>
              <a:gd name="T66" fmla="*/ 483 w 695"/>
              <a:gd name="T67" fmla="*/ 204 h 695"/>
              <a:gd name="T68" fmla="*/ 488 w 695"/>
              <a:gd name="T69" fmla="*/ 207 h 695"/>
              <a:gd name="T70" fmla="*/ 490 w 695"/>
              <a:gd name="T71" fmla="*/ 211 h 695"/>
              <a:gd name="T72" fmla="*/ 491 w 695"/>
              <a:gd name="T73" fmla="*/ 215 h 695"/>
              <a:gd name="T74" fmla="*/ 490 w 695"/>
              <a:gd name="T75" fmla="*/ 220 h 695"/>
              <a:gd name="T76" fmla="*/ 488 w 695"/>
              <a:gd name="T77" fmla="*/ 223 h 695"/>
              <a:gd name="T78" fmla="*/ 364 w 695"/>
              <a:gd name="T79" fmla="*/ 347 h 695"/>
              <a:gd name="T80" fmla="*/ 488 w 695"/>
              <a:gd name="T81" fmla="*/ 471 h 695"/>
              <a:gd name="T82" fmla="*/ 683 w 695"/>
              <a:gd name="T83" fmla="*/ 0 h 695"/>
              <a:gd name="T84" fmla="*/ 12 w 695"/>
              <a:gd name="T85" fmla="*/ 0 h 695"/>
              <a:gd name="T86" fmla="*/ 7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7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1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1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488" y="471"/>
                </a:moveTo>
                <a:lnTo>
                  <a:pt x="490" y="475"/>
                </a:lnTo>
                <a:lnTo>
                  <a:pt x="491" y="479"/>
                </a:lnTo>
                <a:lnTo>
                  <a:pt x="490" y="484"/>
                </a:lnTo>
                <a:lnTo>
                  <a:pt x="488" y="487"/>
                </a:lnTo>
                <a:lnTo>
                  <a:pt x="483" y="490"/>
                </a:lnTo>
                <a:lnTo>
                  <a:pt x="479" y="490"/>
                </a:lnTo>
                <a:lnTo>
                  <a:pt x="475" y="490"/>
                </a:lnTo>
                <a:lnTo>
                  <a:pt x="471" y="487"/>
                </a:lnTo>
                <a:lnTo>
                  <a:pt x="348" y="365"/>
                </a:lnTo>
                <a:lnTo>
                  <a:pt x="225" y="487"/>
                </a:lnTo>
                <a:lnTo>
                  <a:pt x="221" y="490"/>
                </a:lnTo>
                <a:lnTo>
                  <a:pt x="216" y="490"/>
                </a:lnTo>
                <a:lnTo>
                  <a:pt x="212" y="490"/>
                </a:lnTo>
                <a:lnTo>
                  <a:pt x="207" y="487"/>
                </a:lnTo>
                <a:lnTo>
                  <a:pt x="205" y="483"/>
                </a:lnTo>
                <a:lnTo>
                  <a:pt x="204" y="478"/>
                </a:lnTo>
                <a:lnTo>
                  <a:pt x="205" y="474"/>
                </a:lnTo>
                <a:lnTo>
                  <a:pt x="207" y="471"/>
                </a:lnTo>
                <a:lnTo>
                  <a:pt x="331" y="347"/>
                </a:lnTo>
                <a:lnTo>
                  <a:pt x="207" y="223"/>
                </a:lnTo>
                <a:lnTo>
                  <a:pt x="205" y="220"/>
                </a:lnTo>
                <a:lnTo>
                  <a:pt x="204" y="215"/>
                </a:lnTo>
                <a:lnTo>
                  <a:pt x="205" y="211"/>
                </a:lnTo>
                <a:lnTo>
                  <a:pt x="207" y="207"/>
                </a:lnTo>
                <a:lnTo>
                  <a:pt x="212" y="204"/>
                </a:lnTo>
                <a:lnTo>
                  <a:pt x="216" y="203"/>
                </a:lnTo>
                <a:lnTo>
                  <a:pt x="221" y="204"/>
                </a:lnTo>
                <a:lnTo>
                  <a:pt x="224" y="207"/>
                </a:lnTo>
                <a:lnTo>
                  <a:pt x="348" y="330"/>
                </a:lnTo>
                <a:lnTo>
                  <a:pt x="471" y="207"/>
                </a:lnTo>
                <a:lnTo>
                  <a:pt x="475" y="204"/>
                </a:lnTo>
                <a:lnTo>
                  <a:pt x="479" y="203"/>
                </a:lnTo>
                <a:lnTo>
                  <a:pt x="483" y="204"/>
                </a:lnTo>
                <a:lnTo>
                  <a:pt x="488" y="207"/>
                </a:lnTo>
                <a:lnTo>
                  <a:pt x="490" y="211"/>
                </a:lnTo>
                <a:lnTo>
                  <a:pt x="491" y="215"/>
                </a:lnTo>
                <a:lnTo>
                  <a:pt x="490" y="220"/>
                </a:lnTo>
                <a:lnTo>
                  <a:pt x="488" y="223"/>
                </a:lnTo>
                <a:lnTo>
                  <a:pt x="364" y="347"/>
                </a:lnTo>
                <a:lnTo>
                  <a:pt x="488" y="471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7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7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1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1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137" name="Figura a mano libera 1838" descr="Indicatore con segno meno. ">
            <a:extLst>
              <a:ext uri="{FF2B5EF4-FFF2-40B4-BE49-F238E27FC236}">
                <a16:creationId xmlns:a16="http://schemas.microsoft.com/office/drawing/2014/main" id="{0852AFAF-F59C-431F-8C82-94379765098D}"/>
              </a:ext>
            </a:extLst>
          </p:cNvPr>
          <p:cNvSpPr>
            <a:spLocks noEditPoints="1"/>
          </p:cNvSpPr>
          <p:nvPr/>
        </p:nvSpPr>
        <p:spPr bwMode="auto">
          <a:xfrm>
            <a:off x="5427446" y="3880657"/>
            <a:ext cx="276225" cy="276225"/>
          </a:xfrm>
          <a:custGeom>
            <a:avLst/>
            <a:gdLst>
              <a:gd name="T0" fmla="*/ 526 w 695"/>
              <a:gd name="T1" fmla="*/ 362 h 695"/>
              <a:gd name="T2" fmla="*/ 162 w 695"/>
              <a:gd name="T3" fmla="*/ 362 h 695"/>
              <a:gd name="T4" fmla="*/ 158 w 695"/>
              <a:gd name="T5" fmla="*/ 361 h 695"/>
              <a:gd name="T6" fmla="*/ 155 w 695"/>
              <a:gd name="T7" fmla="*/ 359 h 695"/>
              <a:gd name="T8" fmla="*/ 151 w 695"/>
              <a:gd name="T9" fmla="*/ 356 h 695"/>
              <a:gd name="T10" fmla="*/ 151 w 695"/>
              <a:gd name="T11" fmla="*/ 350 h 695"/>
              <a:gd name="T12" fmla="*/ 151 w 695"/>
              <a:gd name="T13" fmla="*/ 346 h 695"/>
              <a:gd name="T14" fmla="*/ 155 w 695"/>
              <a:gd name="T15" fmla="*/ 342 h 695"/>
              <a:gd name="T16" fmla="*/ 158 w 695"/>
              <a:gd name="T17" fmla="*/ 339 h 695"/>
              <a:gd name="T18" fmla="*/ 162 w 695"/>
              <a:gd name="T19" fmla="*/ 339 h 695"/>
              <a:gd name="T20" fmla="*/ 526 w 695"/>
              <a:gd name="T21" fmla="*/ 339 h 695"/>
              <a:gd name="T22" fmla="*/ 530 w 695"/>
              <a:gd name="T23" fmla="*/ 339 h 695"/>
              <a:gd name="T24" fmla="*/ 533 w 695"/>
              <a:gd name="T25" fmla="*/ 342 h 695"/>
              <a:gd name="T26" fmla="*/ 537 w 695"/>
              <a:gd name="T27" fmla="*/ 346 h 695"/>
              <a:gd name="T28" fmla="*/ 537 w 695"/>
              <a:gd name="T29" fmla="*/ 350 h 695"/>
              <a:gd name="T30" fmla="*/ 537 w 695"/>
              <a:gd name="T31" fmla="*/ 356 h 695"/>
              <a:gd name="T32" fmla="*/ 533 w 695"/>
              <a:gd name="T33" fmla="*/ 359 h 695"/>
              <a:gd name="T34" fmla="*/ 530 w 695"/>
              <a:gd name="T35" fmla="*/ 361 h 695"/>
              <a:gd name="T36" fmla="*/ 526 w 695"/>
              <a:gd name="T37" fmla="*/ 362 h 695"/>
              <a:gd name="T38" fmla="*/ 682 w 695"/>
              <a:gd name="T39" fmla="*/ 0 h 695"/>
              <a:gd name="T40" fmla="*/ 12 w 695"/>
              <a:gd name="T41" fmla="*/ 0 h 695"/>
              <a:gd name="T42" fmla="*/ 7 w 695"/>
              <a:gd name="T43" fmla="*/ 1 h 695"/>
              <a:gd name="T44" fmla="*/ 3 w 695"/>
              <a:gd name="T45" fmla="*/ 3 h 695"/>
              <a:gd name="T46" fmla="*/ 1 w 695"/>
              <a:gd name="T47" fmla="*/ 7 h 695"/>
              <a:gd name="T48" fmla="*/ 0 w 695"/>
              <a:gd name="T49" fmla="*/ 11 h 695"/>
              <a:gd name="T50" fmla="*/ 0 w 695"/>
              <a:gd name="T51" fmla="*/ 683 h 695"/>
              <a:gd name="T52" fmla="*/ 1 w 695"/>
              <a:gd name="T53" fmla="*/ 687 h 695"/>
              <a:gd name="T54" fmla="*/ 3 w 695"/>
              <a:gd name="T55" fmla="*/ 691 h 695"/>
              <a:gd name="T56" fmla="*/ 7 w 695"/>
              <a:gd name="T57" fmla="*/ 694 h 695"/>
              <a:gd name="T58" fmla="*/ 12 w 695"/>
              <a:gd name="T59" fmla="*/ 695 h 695"/>
              <a:gd name="T60" fmla="*/ 682 w 695"/>
              <a:gd name="T61" fmla="*/ 695 h 695"/>
              <a:gd name="T62" fmla="*/ 687 w 695"/>
              <a:gd name="T63" fmla="*/ 694 h 695"/>
              <a:gd name="T64" fmla="*/ 691 w 695"/>
              <a:gd name="T65" fmla="*/ 691 h 695"/>
              <a:gd name="T66" fmla="*/ 694 w 695"/>
              <a:gd name="T67" fmla="*/ 687 h 695"/>
              <a:gd name="T68" fmla="*/ 695 w 695"/>
              <a:gd name="T69" fmla="*/ 683 h 695"/>
              <a:gd name="T70" fmla="*/ 695 w 695"/>
              <a:gd name="T71" fmla="*/ 11 h 695"/>
              <a:gd name="T72" fmla="*/ 694 w 695"/>
              <a:gd name="T73" fmla="*/ 7 h 695"/>
              <a:gd name="T74" fmla="*/ 691 w 695"/>
              <a:gd name="T75" fmla="*/ 3 h 695"/>
              <a:gd name="T76" fmla="*/ 687 w 695"/>
              <a:gd name="T77" fmla="*/ 1 h 695"/>
              <a:gd name="T78" fmla="*/ 682 w 695"/>
              <a:gd name="T79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162" y="362"/>
                </a:lnTo>
                <a:lnTo>
                  <a:pt x="158" y="361"/>
                </a:lnTo>
                <a:lnTo>
                  <a:pt x="155" y="359"/>
                </a:lnTo>
                <a:lnTo>
                  <a:pt x="151" y="356"/>
                </a:lnTo>
                <a:lnTo>
                  <a:pt x="151" y="350"/>
                </a:lnTo>
                <a:lnTo>
                  <a:pt x="151" y="346"/>
                </a:lnTo>
                <a:lnTo>
                  <a:pt x="155" y="342"/>
                </a:lnTo>
                <a:lnTo>
                  <a:pt x="158" y="339"/>
                </a:lnTo>
                <a:lnTo>
                  <a:pt x="162" y="339"/>
                </a:lnTo>
                <a:lnTo>
                  <a:pt x="526" y="339"/>
                </a:lnTo>
                <a:lnTo>
                  <a:pt x="530" y="339"/>
                </a:lnTo>
                <a:lnTo>
                  <a:pt x="533" y="342"/>
                </a:lnTo>
                <a:lnTo>
                  <a:pt x="537" y="346"/>
                </a:lnTo>
                <a:lnTo>
                  <a:pt x="537" y="350"/>
                </a:lnTo>
                <a:lnTo>
                  <a:pt x="537" y="356"/>
                </a:lnTo>
                <a:lnTo>
                  <a:pt x="533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2" y="0"/>
                </a:move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3" y="691"/>
                </a:lnTo>
                <a:lnTo>
                  <a:pt x="7" y="694"/>
                </a:lnTo>
                <a:lnTo>
                  <a:pt x="12" y="695"/>
                </a:lnTo>
                <a:lnTo>
                  <a:pt x="682" y="695"/>
                </a:lnTo>
                <a:lnTo>
                  <a:pt x="687" y="694"/>
                </a:lnTo>
                <a:lnTo>
                  <a:pt x="691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1" y="3"/>
                </a:lnTo>
                <a:lnTo>
                  <a:pt x="687" y="1"/>
                </a:lnTo>
                <a:lnTo>
                  <a:pt x="682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138" name="Figura a mano libera 1837" descr="Indicatore con segno più. ">
            <a:extLst>
              <a:ext uri="{FF2B5EF4-FFF2-40B4-BE49-F238E27FC236}">
                <a16:creationId xmlns:a16="http://schemas.microsoft.com/office/drawing/2014/main" id="{4C5127E9-68E5-46FA-8C57-25FDF54CF7BC}"/>
              </a:ext>
            </a:extLst>
          </p:cNvPr>
          <p:cNvSpPr>
            <a:spLocks noEditPoints="1"/>
          </p:cNvSpPr>
          <p:nvPr/>
        </p:nvSpPr>
        <p:spPr bwMode="auto">
          <a:xfrm>
            <a:off x="3139680" y="4865305"/>
            <a:ext cx="274638" cy="276225"/>
          </a:xfrm>
          <a:custGeom>
            <a:avLst/>
            <a:gdLst>
              <a:gd name="T0" fmla="*/ 526 w 695"/>
              <a:gd name="T1" fmla="*/ 362 h 695"/>
              <a:gd name="T2" fmla="*/ 359 w 695"/>
              <a:gd name="T3" fmla="*/ 362 h 695"/>
              <a:gd name="T4" fmla="*/ 359 w 695"/>
              <a:gd name="T5" fmla="*/ 531 h 695"/>
              <a:gd name="T6" fmla="*/ 359 w 695"/>
              <a:gd name="T7" fmla="*/ 537 h 695"/>
              <a:gd name="T8" fmla="*/ 356 w 695"/>
              <a:gd name="T9" fmla="*/ 540 h 695"/>
              <a:gd name="T10" fmla="*/ 353 w 695"/>
              <a:gd name="T11" fmla="*/ 542 h 695"/>
              <a:gd name="T12" fmla="*/ 348 w 695"/>
              <a:gd name="T13" fmla="*/ 543 h 695"/>
              <a:gd name="T14" fmla="*/ 343 w 695"/>
              <a:gd name="T15" fmla="*/ 542 h 695"/>
              <a:gd name="T16" fmla="*/ 339 w 695"/>
              <a:gd name="T17" fmla="*/ 540 h 695"/>
              <a:gd name="T18" fmla="*/ 337 w 695"/>
              <a:gd name="T19" fmla="*/ 537 h 695"/>
              <a:gd name="T20" fmla="*/ 336 w 695"/>
              <a:gd name="T21" fmla="*/ 531 h 695"/>
              <a:gd name="T22" fmla="*/ 336 w 695"/>
              <a:gd name="T23" fmla="*/ 362 h 695"/>
              <a:gd name="T24" fmla="*/ 164 w 695"/>
              <a:gd name="T25" fmla="*/ 362 h 695"/>
              <a:gd name="T26" fmla="*/ 158 w 695"/>
              <a:gd name="T27" fmla="*/ 361 h 695"/>
              <a:gd name="T28" fmla="*/ 155 w 695"/>
              <a:gd name="T29" fmla="*/ 359 h 695"/>
              <a:gd name="T30" fmla="*/ 153 w 695"/>
              <a:gd name="T31" fmla="*/ 356 h 695"/>
              <a:gd name="T32" fmla="*/ 152 w 695"/>
              <a:gd name="T33" fmla="*/ 350 h 695"/>
              <a:gd name="T34" fmla="*/ 153 w 695"/>
              <a:gd name="T35" fmla="*/ 346 h 695"/>
              <a:gd name="T36" fmla="*/ 155 w 695"/>
              <a:gd name="T37" fmla="*/ 342 h 695"/>
              <a:gd name="T38" fmla="*/ 158 w 695"/>
              <a:gd name="T39" fmla="*/ 339 h 695"/>
              <a:gd name="T40" fmla="*/ 164 w 695"/>
              <a:gd name="T41" fmla="*/ 339 h 695"/>
              <a:gd name="T42" fmla="*/ 336 w 695"/>
              <a:gd name="T43" fmla="*/ 339 h 695"/>
              <a:gd name="T44" fmla="*/ 336 w 695"/>
              <a:gd name="T45" fmla="*/ 170 h 695"/>
              <a:gd name="T46" fmla="*/ 337 w 695"/>
              <a:gd name="T47" fmla="*/ 165 h 695"/>
              <a:gd name="T48" fmla="*/ 339 w 695"/>
              <a:gd name="T49" fmla="*/ 161 h 695"/>
              <a:gd name="T50" fmla="*/ 343 w 695"/>
              <a:gd name="T51" fmla="*/ 159 h 695"/>
              <a:gd name="T52" fmla="*/ 348 w 695"/>
              <a:gd name="T53" fmla="*/ 158 h 695"/>
              <a:gd name="T54" fmla="*/ 353 w 695"/>
              <a:gd name="T55" fmla="*/ 159 h 695"/>
              <a:gd name="T56" fmla="*/ 356 w 695"/>
              <a:gd name="T57" fmla="*/ 161 h 695"/>
              <a:gd name="T58" fmla="*/ 359 w 695"/>
              <a:gd name="T59" fmla="*/ 165 h 695"/>
              <a:gd name="T60" fmla="*/ 359 w 695"/>
              <a:gd name="T61" fmla="*/ 170 h 695"/>
              <a:gd name="T62" fmla="*/ 359 w 695"/>
              <a:gd name="T63" fmla="*/ 339 h 695"/>
              <a:gd name="T64" fmla="*/ 526 w 695"/>
              <a:gd name="T65" fmla="*/ 339 h 695"/>
              <a:gd name="T66" fmla="*/ 530 w 695"/>
              <a:gd name="T67" fmla="*/ 339 h 695"/>
              <a:gd name="T68" fmla="*/ 535 w 695"/>
              <a:gd name="T69" fmla="*/ 342 h 695"/>
              <a:gd name="T70" fmla="*/ 537 w 695"/>
              <a:gd name="T71" fmla="*/ 346 h 695"/>
              <a:gd name="T72" fmla="*/ 538 w 695"/>
              <a:gd name="T73" fmla="*/ 350 h 695"/>
              <a:gd name="T74" fmla="*/ 537 w 695"/>
              <a:gd name="T75" fmla="*/ 356 h 695"/>
              <a:gd name="T76" fmla="*/ 535 w 695"/>
              <a:gd name="T77" fmla="*/ 359 h 695"/>
              <a:gd name="T78" fmla="*/ 530 w 695"/>
              <a:gd name="T79" fmla="*/ 361 h 695"/>
              <a:gd name="T80" fmla="*/ 526 w 695"/>
              <a:gd name="T81" fmla="*/ 362 h 695"/>
              <a:gd name="T82" fmla="*/ 683 w 695"/>
              <a:gd name="T83" fmla="*/ 0 h 695"/>
              <a:gd name="T84" fmla="*/ 12 w 695"/>
              <a:gd name="T85" fmla="*/ 0 h 695"/>
              <a:gd name="T86" fmla="*/ 8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8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2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2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359" y="362"/>
                </a:lnTo>
                <a:lnTo>
                  <a:pt x="359" y="531"/>
                </a:lnTo>
                <a:lnTo>
                  <a:pt x="359" y="537"/>
                </a:lnTo>
                <a:lnTo>
                  <a:pt x="356" y="540"/>
                </a:lnTo>
                <a:lnTo>
                  <a:pt x="353" y="542"/>
                </a:lnTo>
                <a:lnTo>
                  <a:pt x="348" y="543"/>
                </a:lnTo>
                <a:lnTo>
                  <a:pt x="343" y="542"/>
                </a:lnTo>
                <a:lnTo>
                  <a:pt x="339" y="540"/>
                </a:lnTo>
                <a:lnTo>
                  <a:pt x="337" y="537"/>
                </a:lnTo>
                <a:lnTo>
                  <a:pt x="336" y="531"/>
                </a:lnTo>
                <a:lnTo>
                  <a:pt x="336" y="362"/>
                </a:lnTo>
                <a:lnTo>
                  <a:pt x="164" y="362"/>
                </a:lnTo>
                <a:lnTo>
                  <a:pt x="158" y="361"/>
                </a:lnTo>
                <a:lnTo>
                  <a:pt x="155" y="359"/>
                </a:lnTo>
                <a:lnTo>
                  <a:pt x="153" y="356"/>
                </a:lnTo>
                <a:lnTo>
                  <a:pt x="152" y="350"/>
                </a:lnTo>
                <a:lnTo>
                  <a:pt x="153" y="346"/>
                </a:lnTo>
                <a:lnTo>
                  <a:pt x="155" y="342"/>
                </a:lnTo>
                <a:lnTo>
                  <a:pt x="158" y="339"/>
                </a:lnTo>
                <a:lnTo>
                  <a:pt x="164" y="339"/>
                </a:lnTo>
                <a:lnTo>
                  <a:pt x="336" y="339"/>
                </a:lnTo>
                <a:lnTo>
                  <a:pt x="336" y="170"/>
                </a:lnTo>
                <a:lnTo>
                  <a:pt x="337" y="165"/>
                </a:lnTo>
                <a:lnTo>
                  <a:pt x="339" y="161"/>
                </a:lnTo>
                <a:lnTo>
                  <a:pt x="343" y="159"/>
                </a:lnTo>
                <a:lnTo>
                  <a:pt x="348" y="158"/>
                </a:lnTo>
                <a:lnTo>
                  <a:pt x="353" y="159"/>
                </a:lnTo>
                <a:lnTo>
                  <a:pt x="356" y="161"/>
                </a:lnTo>
                <a:lnTo>
                  <a:pt x="359" y="165"/>
                </a:lnTo>
                <a:lnTo>
                  <a:pt x="359" y="170"/>
                </a:lnTo>
                <a:lnTo>
                  <a:pt x="359" y="339"/>
                </a:lnTo>
                <a:lnTo>
                  <a:pt x="526" y="339"/>
                </a:lnTo>
                <a:lnTo>
                  <a:pt x="530" y="339"/>
                </a:lnTo>
                <a:lnTo>
                  <a:pt x="535" y="342"/>
                </a:lnTo>
                <a:lnTo>
                  <a:pt x="537" y="346"/>
                </a:lnTo>
                <a:lnTo>
                  <a:pt x="538" y="350"/>
                </a:lnTo>
                <a:lnTo>
                  <a:pt x="537" y="356"/>
                </a:lnTo>
                <a:lnTo>
                  <a:pt x="535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8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8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2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2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139" name="Figura a mano libera 1837" descr="Indicatore con segno più. ">
            <a:extLst>
              <a:ext uri="{FF2B5EF4-FFF2-40B4-BE49-F238E27FC236}">
                <a16:creationId xmlns:a16="http://schemas.microsoft.com/office/drawing/2014/main" id="{2359F2CA-3777-4AA1-A96A-2B49185A93F8}"/>
              </a:ext>
            </a:extLst>
          </p:cNvPr>
          <p:cNvSpPr>
            <a:spLocks noEditPoints="1"/>
          </p:cNvSpPr>
          <p:nvPr/>
        </p:nvSpPr>
        <p:spPr bwMode="auto">
          <a:xfrm>
            <a:off x="4306097" y="1876505"/>
            <a:ext cx="274638" cy="276225"/>
          </a:xfrm>
          <a:custGeom>
            <a:avLst/>
            <a:gdLst>
              <a:gd name="T0" fmla="*/ 526 w 695"/>
              <a:gd name="T1" fmla="*/ 362 h 695"/>
              <a:gd name="T2" fmla="*/ 359 w 695"/>
              <a:gd name="T3" fmla="*/ 362 h 695"/>
              <a:gd name="T4" fmla="*/ 359 w 695"/>
              <a:gd name="T5" fmla="*/ 531 h 695"/>
              <a:gd name="T6" fmla="*/ 359 w 695"/>
              <a:gd name="T7" fmla="*/ 537 h 695"/>
              <a:gd name="T8" fmla="*/ 356 w 695"/>
              <a:gd name="T9" fmla="*/ 540 h 695"/>
              <a:gd name="T10" fmla="*/ 353 w 695"/>
              <a:gd name="T11" fmla="*/ 542 h 695"/>
              <a:gd name="T12" fmla="*/ 348 w 695"/>
              <a:gd name="T13" fmla="*/ 543 h 695"/>
              <a:gd name="T14" fmla="*/ 343 w 695"/>
              <a:gd name="T15" fmla="*/ 542 h 695"/>
              <a:gd name="T16" fmla="*/ 339 w 695"/>
              <a:gd name="T17" fmla="*/ 540 h 695"/>
              <a:gd name="T18" fmla="*/ 337 w 695"/>
              <a:gd name="T19" fmla="*/ 537 h 695"/>
              <a:gd name="T20" fmla="*/ 336 w 695"/>
              <a:gd name="T21" fmla="*/ 531 h 695"/>
              <a:gd name="T22" fmla="*/ 336 w 695"/>
              <a:gd name="T23" fmla="*/ 362 h 695"/>
              <a:gd name="T24" fmla="*/ 164 w 695"/>
              <a:gd name="T25" fmla="*/ 362 h 695"/>
              <a:gd name="T26" fmla="*/ 158 w 695"/>
              <a:gd name="T27" fmla="*/ 361 h 695"/>
              <a:gd name="T28" fmla="*/ 155 w 695"/>
              <a:gd name="T29" fmla="*/ 359 h 695"/>
              <a:gd name="T30" fmla="*/ 153 w 695"/>
              <a:gd name="T31" fmla="*/ 356 h 695"/>
              <a:gd name="T32" fmla="*/ 152 w 695"/>
              <a:gd name="T33" fmla="*/ 350 h 695"/>
              <a:gd name="T34" fmla="*/ 153 w 695"/>
              <a:gd name="T35" fmla="*/ 346 h 695"/>
              <a:gd name="T36" fmla="*/ 155 w 695"/>
              <a:gd name="T37" fmla="*/ 342 h 695"/>
              <a:gd name="T38" fmla="*/ 158 w 695"/>
              <a:gd name="T39" fmla="*/ 339 h 695"/>
              <a:gd name="T40" fmla="*/ 164 w 695"/>
              <a:gd name="T41" fmla="*/ 339 h 695"/>
              <a:gd name="T42" fmla="*/ 336 w 695"/>
              <a:gd name="T43" fmla="*/ 339 h 695"/>
              <a:gd name="T44" fmla="*/ 336 w 695"/>
              <a:gd name="T45" fmla="*/ 170 h 695"/>
              <a:gd name="T46" fmla="*/ 337 w 695"/>
              <a:gd name="T47" fmla="*/ 165 h 695"/>
              <a:gd name="T48" fmla="*/ 339 w 695"/>
              <a:gd name="T49" fmla="*/ 161 h 695"/>
              <a:gd name="T50" fmla="*/ 343 w 695"/>
              <a:gd name="T51" fmla="*/ 159 h 695"/>
              <a:gd name="T52" fmla="*/ 348 w 695"/>
              <a:gd name="T53" fmla="*/ 158 h 695"/>
              <a:gd name="T54" fmla="*/ 353 w 695"/>
              <a:gd name="T55" fmla="*/ 159 h 695"/>
              <a:gd name="T56" fmla="*/ 356 w 695"/>
              <a:gd name="T57" fmla="*/ 161 h 695"/>
              <a:gd name="T58" fmla="*/ 359 w 695"/>
              <a:gd name="T59" fmla="*/ 165 h 695"/>
              <a:gd name="T60" fmla="*/ 359 w 695"/>
              <a:gd name="T61" fmla="*/ 170 h 695"/>
              <a:gd name="T62" fmla="*/ 359 w 695"/>
              <a:gd name="T63" fmla="*/ 339 h 695"/>
              <a:gd name="T64" fmla="*/ 526 w 695"/>
              <a:gd name="T65" fmla="*/ 339 h 695"/>
              <a:gd name="T66" fmla="*/ 530 w 695"/>
              <a:gd name="T67" fmla="*/ 339 h 695"/>
              <a:gd name="T68" fmla="*/ 535 w 695"/>
              <a:gd name="T69" fmla="*/ 342 h 695"/>
              <a:gd name="T70" fmla="*/ 537 w 695"/>
              <a:gd name="T71" fmla="*/ 346 h 695"/>
              <a:gd name="T72" fmla="*/ 538 w 695"/>
              <a:gd name="T73" fmla="*/ 350 h 695"/>
              <a:gd name="T74" fmla="*/ 537 w 695"/>
              <a:gd name="T75" fmla="*/ 356 h 695"/>
              <a:gd name="T76" fmla="*/ 535 w 695"/>
              <a:gd name="T77" fmla="*/ 359 h 695"/>
              <a:gd name="T78" fmla="*/ 530 w 695"/>
              <a:gd name="T79" fmla="*/ 361 h 695"/>
              <a:gd name="T80" fmla="*/ 526 w 695"/>
              <a:gd name="T81" fmla="*/ 362 h 695"/>
              <a:gd name="T82" fmla="*/ 683 w 695"/>
              <a:gd name="T83" fmla="*/ 0 h 695"/>
              <a:gd name="T84" fmla="*/ 12 w 695"/>
              <a:gd name="T85" fmla="*/ 0 h 695"/>
              <a:gd name="T86" fmla="*/ 8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8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2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2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359" y="362"/>
                </a:lnTo>
                <a:lnTo>
                  <a:pt x="359" y="531"/>
                </a:lnTo>
                <a:lnTo>
                  <a:pt x="359" y="537"/>
                </a:lnTo>
                <a:lnTo>
                  <a:pt x="356" y="540"/>
                </a:lnTo>
                <a:lnTo>
                  <a:pt x="353" y="542"/>
                </a:lnTo>
                <a:lnTo>
                  <a:pt x="348" y="543"/>
                </a:lnTo>
                <a:lnTo>
                  <a:pt x="343" y="542"/>
                </a:lnTo>
                <a:lnTo>
                  <a:pt x="339" y="540"/>
                </a:lnTo>
                <a:lnTo>
                  <a:pt x="337" y="537"/>
                </a:lnTo>
                <a:lnTo>
                  <a:pt x="336" y="531"/>
                </a:lnTo>
                <a:lnTo>
                  <a:pt x="336" y="362"/>
                </a:lnTo>
                <a:lnTo>
                  <a:pt x="164" y="362"/>
                </a:lnTo>
                <a:lnTo>
                  <a:pt x="158" y="361"/>
                </a:lnTo>
                <a:lnTo>
                  <a:pt x="155" y="359"/>
                </a:lnTo>
                <a:lnTo>
                  <a:pt x="153" y="356"/>
                </a:lnTo>
                <a:lnTo>
                  <a:pt x="152" y="350"/>
                </a:lnTo>
                <a:lnTo>
                  <a:pt x="153" y="346"/>
                </a:lnTo>
                <a:lnTo>
                  <a:pt x="155" y="342"/>
                </a:lnTo>
                <a:lnTo>
                  <a:pt x="158" y="339"/>
                </a:lnTo>
                <a:lnTo>
                  <a:pt x="164" y="339"/>
                </a:lnTo>
                <a:lnTo>
                  <a:pt x="336" y="339"/>
                </a:lnTo>
                <a:lnTo>
                  <a:pt x="336" y="170"/>
                </a:lnTo>
                <a:lnTo>
                  <a:pt x="337" y="165"/>
                </a:lnTo>
                <a:lnTo>
                  <a:pt x="339" y="161"/>
                </a:lnTo>
                <a:lnTo>
                  <a:pt x="343" y="159"/>
                </a:lnTo>
                <a:lnTo>
                  <a:pt x="348" y="158"/>
                </a:lnTo>
                <a:lnTo>
                  <a:pt x="353" y="159"/>
                </a:lnTo>
                <a:lnTo>
                  <a:pt x="356" y="161"/>
                </a:lnTo>
                <a:lnTo>
                  <a:pt x="359" y="165"/>
                </a:lnTo>
                <a:lnTo>
                  <a:pt x="359" y="170"/>
                </a:lnTo>
                <a:lnTo>
                  <a:pt x="359" y="339"/>
                </a:lnTo>
                <a:lnTo>
                  <a:pt x="526" y="339"/>
                </a:lnTo>
                <a:lnTo>
                  <a:pt x="530" y="339"/>
                </a:lnTo>
                <a:lnTo>
                  <a:pt x="535" y="342"/>
                </a:lnTo>
                <a:lnTo>
                  <a:pt x="537" y="346"/>
                </a:lnTo>
                <a:lnTo>
                  <a:pt x="538" y="350"/>
                </a:lnTo>
                <a:lnTo>
                  <a:pt x="537" y="356"/>
                </a:lnTo>
                <a:lnTo>
                  <a:pt x="535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8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8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2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2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140" name="Figura a mano libera 1838" descr="Indicatore con segno meno. ">
            <a:extLst>
              <a:ext uri="{FF2B5EF4-FFF2-40B4-BE49-F238E27FC236}">
                <a16:creationId xmlns:a16="http://schemas.microsoft.com/office/drawing/2014/main" id="{1FE19FFA-CAD6-453B-8808-4EB523DD1271}"/>
              </a:ext>
            </a:extLst>
          </p:cNvPr>
          <p:cNvSpPr>
            <a:spLocks noEditPoints="1"/>
          </p:cNvSpPr>
          <p:nvPr/>
        </p:nvSpPr>
        <p:spPr bwMode="auto">
          <a:xfrm>
            <a:off x="845745" y="3880657"/>
            <a:ext cx="276225" cy="276225"/>
          </a:xfrm>
          <a:custGeom>
            <a:avLst/>
            <a:gdLst>
              <a:gd name="T0" fmla="*/ 526 w 695"/>
              <a:gd name="T1" fmla="*/ 362 h 695"/>
              <a:gd name="T2" fmla="*/ 162 w 695"/>
              <a:gd name="T3" fmla="*/ 362 h 695"/>
              <a:gd name="T4" fmla="*/ 158 w 695"/>
              <a:gd name="T5" fmla="*/ 361 h 695"/>
              <a:gd name="T6" fmla="*/ 155 w 695"/>
              <a:gd name="T7" fmla="*/ 359 h 695"/>
              <a:gd name="T8" fmla="*/ 151 w 695"/>
              <a:gd name="T9" fmla="*/ 356 h 695"/>
              <a:gd name="T10" fmla="*/ 151 w 695"/>
              <a:gd name="T11" fmla="*/ 350 h 695"/>
              <a:gd name="T12" fmla="*/ 151 w 695"/>
              <a:gd name="T13" fmla="*/ 346 h 695"/>
              <a:gd name="T14" fmla="*/ 155 w 695"/>
              <a:gd name="T15" fmla="*/ 342 h 695"/>
              <a:gd name="T16" fmla="*/ 158 w 695"/>
              <a:gd name="T17" fmla="*/ 339 h 695"/>
              <a:gd name="T18" fmla="*/ 162 w 695"/>
              <a:gd name="T19" fmla="*/ 339 h 695"/>
              <a:gd name="T20" fmla="*/ 526 w 695"/>
              <a:gd name="T21" fmla="*/ 339 h 695"/>
              <a:gd name="T22" fmla="*/ 530 w 695"/>
              <a:gd name="T23" fmla="*/ 339 h 695"/>
              <a:gd name="T24" fmla="*/ 533 w 695"/>
              <a:gd name="T25" fmla="*/ 342 h 695"/>
              <a:gd name="T26" fmla="*/ 537 w 695"/>
              <a:gd name="T27" fmla="*/ 346 h 695"/>
              <a:gd name="T28" fmla="*/ 537 w 695"/>
              <a:gd name="T29" fmla="*/ 350 h 695"/>
              <a:gd name="T30" fmla="*/ 537 w 695"/>
              <a:gd name="T31" fmla="*/ 356 h 695"/>
              <a:gd name="T32" fmla="*/ 533 w 695"/>
              <a:gd name="T33" fmla="*/ 359 h 695"/>
              <a:gd name="T34" fmla="*/ 530 w 695"/>
              <a:gd name="T35" fmla="*/ 361 h 695"/>
              <a:gd name="T36" fmla="*/ 526 w 695"/>
              <a:gd name="T37" fmla="*/ 362 h 695"/>
              <a:gd name="T38" fmla="*/ 682 w 695"/>
              <a:gd name="T39" fmla="*/ 0 h 695"/>
              <a:gd name="T40" fmla="*/ 12 w 695"/>
              <a:gd name="T41" fmla="*/ 0 h 695"/>
              <a:gd name="T42" fmla="*/ 7 w 695"/>
              <a:gd name="T43" fmla="*/ 1 h 695"/>
              <a:gd name="T44" fmla="*/ 3 w 695"/>
              <a:gd name="T45" fmla="*/ 3 h 695"/>
              <a:gd name="T46" fmla="*/ 1 w 695"/>
              <a:gd name="T47" fmla="*/ 7 h 695"/>
              <a:gd name="T48" fmla="*/ 0 w 695"/>
              <a:gd name="T49" fmla="*/ 11 h 695"/>
              <a:gd name="T50" fmla="*/ 0 w 695"/>
              <a:gd name="T51" fmla="*/ 683 h 695"/>
              <a:gd name="T52" fmla="*/ 1 w 695"/>
              <a:gd name="T53" fmla="*/ 687 h 695"/>
              <a:gd name="T54" fmla="*/ 3 w 695"/>
              <a:gd name="T55" fmla="*/ 691 h 695"/>
              <a:gd name="T56" fmla="*/ 7 w 695"/>
              <a:gd name="T57" fmla="*/ 694 h 695"/>
              <a:gd name="T58" fmla="*/ 12 w 695"/>
              <a:gd name="T59" fmla="*/ 695 h 695"/>
              <a:gd name="T60" fmla="*/ 682 w 695"/>
              <a:gd name="T61" fmla="*/ 695 h 695"/>
              <a:gd name="T62" fmla="*/ 687 w 695"/>
              <a:gd name="T63" fmla="*/ 694 h 695"/>
              <a:gd name="T64" fmla="*/ 691 w 695"/>
              <a:gd name="T65" fmla="*/ 691 h 695"/>
              <a:gd name="T66" fmla="*/ 694 w 695"/>
              <a:gd name="T67" fmla="*/ 687 h 695"/>
              <a:gd name="T68" fmla="*/ 695 w 695"/>
              <a:gd name="T69" fmla="*/ 683 h 695"/>
              <a:gd name="T70" fmla="*/ 695 w 695"/>
              <a:gd name="T71" fmla="*/ 11 h 695"/>
              <a:gd name="T72" fmla="*/ 694 w 695"/>
              <a:gd name="T73" fmla="*/ 7 h 695"/>
              <a:gd name="T74" fmla="*/ 691 w 695"/>
              <a:gd name="T75" fmla="*/ 3 h 695"/>
              <a:gd name="T76" fmla="*/ 687 w 695"/>
              <a:gd name="T77" fmla="*/ 1 h 695"/>
              <a:gd name="T78" fmla="*/ 682 w 695"/>
              <a:gd name="T79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162" y="362"/>
                </a:lnTo>
                <a:lnTo>
                  <a:pt x="158" y="361"/>
                </a:lnTo>
                <a:lnTo>
                  <a:pt x="155" y="359"/>
                </a:lnTo>
                <a:lnTo>
                  <a:pt x="151" y="356"/>
                </a:lnTo>
                <a:lnTo>
                  <a:pt x="151" y="350"/>
                </a:lnTo>
                <a:lnTo>
                  <a:pt x="151" y="346"/>
                </a:lnTo>
                <a:lnTo>
                  <a:pt x="155" y="342"/>
                </a:lnTo>
                <a:lnTo>
                  <a:pt x="158" y="339"/>
                </a:lnTo>
                <a:lnTo>
                  <a:pt x="162" y="339"/>
                </a:lnTo>
                <a:lnTo>
                  <a:pt x="526" y="339"/>
                </a:lnTo>
                <a:lnTo>
                  <a:pt x="530" y="339"/>
                </a:lnTo>
                <a:lnTo>
                  <a:pt x="533" y="342"/>
                </a:lnTo>
                <a:lnTo>
                  <a:pt x="537" y="346"/>
                </a:lnTo>
                <a:lnTo>
                  <a:pt x="537" y="350"/>
                </a:lnTo>
                <a:lnTo>
                  <a:pt x="537" y="356"/>
                </a:lnTo>
                <a:lnTo>
                  <a:pt x="533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2" y="0"/>
                </a:move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3" y="691"/>
                </a:lnTo>
                <a:lnTo>
                  <a:pt x="7" y="694"/>
                </a:lnTo>
                <a:lnTo>
                  <a:pt x="12" y="695"/>
                </a:lnTo>
                <a:lnTo>
                  <a:pt x="682" y="695"/>
                </a:lnTo>
                <a:lnTo>
                  <a:pt x="687" y="694"/>
                </a:lnTo>
                <a:lnTo>
                  <a:pt x="691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1" y="3"/>
                </a:lnTo>
                <a:lnTo>
                  <a:pt x="687" y="1"/>
                </a:lnTo>
                <a:lnTo>
                  <a:pt x="682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141" name="Figura a mano libera 1838" descr="Indicatore con segno meno. ">
            <a:extLst>
              <a:ext uri="{FF2B5EF4-FFF2-40B4-BE49-F238E27FC236}">
                <a16:creationId xmlns:a16="http://schemas.microsoft.com/office/drawing/2014/main" id="{C68F970D-304B-4DB3-A6C2-E214037CD6E5}"/>
              </a:ext>
            </a:extLst>
          </p:cNvPr>
          <p:cNvSpPr>
            <a:spLocks noEditPoints="1"/>
          </p:cNvSpPr>
          <p:nvPr/>
        </p:nvSpPr>
        <p:spPr bwMode="auto">
          <a:xfrm>
            <a:off x="6498033" y="2385217"/>
            <a:ext cx="276225" cy="276225"/>
          </a:xfrm>
          <a:custGeom>
            <a:avLst/>
            <a:gdLst>
              <a:gd name="T0" fmla="*/ 526 w 695"/>
              <a:gd name="T1" fmla="*/ 362 h 695"/>
              <a:gd name="T2" fmla="*/ 162 w 695"/>
              <a:gd name="T3" fmla="*/ 362 h 695"/>
              <a:gd name="T4" fmla="*/ 158 w 695"/>
              <a:gd name="T5" fmla="*/ 361 h 695"/>
              <a:gd name="T6" fmla="*/ 155 w 695"/>
              <a:gd name="T7" fmla="*/ 359 h 695"/>
              <a:gd name="T8" fmla="*/ 151 w 695"/>
              <a:gd name="T9" fmla="*/ 356 h 695"/>
              <a:gd name="T10" fmla="*/ 151 w 695"/>
              <a:gd name="T11" fmla="*/ 350 h 695"/>
              <a:gd name="T12" fmla="*/ 151 w 695"/>
              <a:gd name="T13" fmla="*/ 346 h 695"/>
              <a:gd name="T14" fmla="*/ 155 w 695"/>
              <a:gd name="T15" fmla="*/ 342 h 695"/>
              <a:gd name="T16" fmla="*/ 158 w 695"/>
              <a:gd name="T17" fmla="*/ 339 h 695"/>
              <a:gd name="T18" fmla="*/ 162 w 695"/>
              <a:gd name="T19" fmla="*/ 339 h 695"/>
              <a:gd name="T20" fmla="*/ 526 w 695"/>
              <a:gd name="T21" fmla="*/ 339 h 695"/>
              <a:gd name="T22" fmla="*/ 530 w 695"/>
              <a:gd name="T23" fmla="*/ 339 h 695"/>
              <a:gd name="T24" fmla="*/ 533 w 695"/>
              <a:gd name="T25" fmla="*/ 342 h 695"/>
              <a:gd name="T26" fmla="*/ 537 w 695"/>
              <a:gd name="T27" fmla="*/ 346 h 695"/>
              <a:gd name="T28" fmla="*/ 537 w 695"/>
              <a:gd name="T29" fmla="*/ 350 h 695"/>
              <a:gd name="T30" fmla="*/ 537 w 695"/>
              <a:gd name="T31" fmla="*/ 356 h 695"/>
              <a:gd name="T32" fmla="*/ 533 w 695"/>
              <a:gd name="T33" fmla="*/ 359 h 695"/>
              <a:gd name="T34" fmla="*/ 530 w 695"/>
              <a:gd name="T35" fmla="*/ 361 h 695"/>
              <a:gd name="T36" fmla="*/ 526 w 695"/>
              <a:gd name="T37" fmla="*/ 362 h 695"/>
              <a:gd name="T38" fmla="*/ 682 w 695"/>
              <a:gd name="T39" fmla="*/ 0 h 695"/>
              <a:gd name="T40" fmla="*/ 12 w 695"/>
              <a:gd name="T41" fmla="*/ 0 h 695"/>
              <a:gd name="T42" fmla="*/ 7 w 695"/>
              <a:gd name="T43" fmla="*/ 1 h 695"/>
              <a:gd name="T44" fmla="*/ 3 w 695"/>
              <a:gd name="T45" fmla="*/ 3 h 695"/>
              <a:gd name="T46" fmla="*/ 1 w 695"/>
              <a:gd name="T47" fmla="*/ 7 h 695"/>
              <a:gd name="T48" fmla="*/ 0 w 695"/>
              <a:gd name="T49" fmla="*/ 11 h 695"/>
              <a:gd name="T50" fmla="*/ 0 w 695"/>
              <a:gd name="T51" fmla="*/ 683 h 695"/>
              <a:gd name="T52" fmla="*/ 1 w 695"/>
              <a:gd name="T53" fmla="*/ 687 h 695"/>
              <a:gd name="T54" fmla="*/ 3 w 695"/>
              <a:gd name="T55" fmla="*/ 691 h 695"/>
              <a:gd name="T56" fmla="*/ 7 w 695"/>
              <a:gd name="T57" fmla="*/ 694 h 695"/>
              <a:gd name="T58" fmla="*/ 12 w 695"/>
              <a:gd name="T59" fmla="*/ 695 h 695"/>
              <a:gd name="T60" fmla="*/ 682 w 695"/>
              <a:gd name="T61" fmla="*/ 695 h 695"/>
              <a:gd name="T62" fmla="*/ 687 w 695"/>
              <a:gd name="T63" fmla="*/ 694 h 695"/>
              <a:gd name="T64" fmla="*/ 691 w 695"/>
              <a:gd name="T65" fmla="*/ 691 h 695"/>
              <a:gd name="T66" fmla="*/ 694 w 695"/>
              <a:gd name="T67" fmla="*/ 687 h 695"/>
              <a:gd name="T68" fmla="*/ 695 w 695"/>
              <a:gd name="T69" fmla="*/ 683 h 695"/>
              <a:gd name="T70" fmla="*/ 695 w 695"/>
              <a:gd name="T71" fmla="*/ 11 h 695"/>
              <a:gd name="T72" fmla="*/ 694 w 695"/>
              <a:gd name="T73" fmla="*/ 7 h 695"/>
              <a:gd name="T74" fmla="*/ 691 w 695"/>
              <a:gd name="T75" fmla="*/ 3 h 695"/>
              <a:gd name="T76" fmla="*/ 687 w 695"/>
              <a:gd name="T77" fmla="*/ 1 h 695"/>
              <a:gd name="T78" fmla="*/ 682 w 695"/>
              <a:gd name="T79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162" y="362"/>
                </a:lnTo>
                <a:lnTo>
                  <a:pt x="158" y="361"/>
                </a:lnTo>
                <a:lnTo>
                  <a:pt x="155" y="359"/>
                </a:lnTo>
                <a:lnTo>
                  <a:pt x="151" y="356"/>
                </a:lnTo>
                <a:lnTo>
                  <a:pt x="151" y="350"/>
                </a:lnTo>
                <a:lnTo>
                  <a:pt x="151" y="346"/>
                </a:lnTo>
                <a:lnTo>
                  <a:pt x="155" y="342"/>
                </a:lnTo>
                <a:lnTo>
                  <a:pt x="158" y="339"/>
                </a:lnTo>
                <a:lnTo>
                  <a:pt x="162" y="339"/>
                </a:lnTo>
                <a:lnTo>
                  <a:pt x="526" y="339"/>
                </a:lnTo>
                <a:lnTo>
                  <a:pt x="530" y="339"/>
                </a:lnTo>
                <a:lnTo>
                  <a:pt x="533" y="342"/>
                </a:lnTo>
                <a:lnTo>
                  <a:pt x="537" y="346"/>
                </a:lnTo>
                <a:lnTo>
                  <a:pt x="537" y="350"/>
                </a:lnTo>
                <a:lnTo>
                  <a:pt x="537" y="356"/>
                </a:lnTo>
                <a:lnTo>
                  <a:pt x="533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2" y="0"/>
                </a:move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3" y="691"/>
                </a:lnTo>
                <a:lnTo>
                  <a:pt x="7" y="694"/>
                </a:lnTo>
                <a:lnTo>
                  <a:pt x="12" y="695"/>
                </a:lnTo>
                <a:lnTo>
                  <a:pt x="682" y="695"/>
                </a:lnTo>
                <a:lnTo>
                  <a:pt x="687" y="694"/>
                </a:lnTo>
                <a:lnTo>
                  <a:pt x="691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1" y="3"/>
                </a:lnTo>
                <a:lnTo>
                  <a:pt x="687" y="1"/>
                </a:lnTo>
                <a:lnTo>
                  <a:pt x="682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142" name="Figura a mano libera 1837" descr="Indicatore con segno più. ">
            <a:extLst>
              <a:ext uri="{FF2B5EF4-FFF2-40B4-BE49-F238E27FC236}">
                <a16:creationId xmlns:a16="http://schemas.microsoft.com/office/drawing/2014/main" id="{28204691-D113-415C-8A74-FFC7DBEA4A41}"/>
              </a:ext>
            </a:extLst>
          </p:cNvPr>
          <p:cNvSpPr>
            <a:spLocks noEditPoints="1"/>
          </p:cNvSpPr>
          <p:nvPr/>
        </p:nvSpPr>
        <p:spPr bwMode="auto">
          <a:xfrm>
            <a:off x="6494464" y="3385358"/>
            <a:ext cx="274638" cy="276225"/>
          </a:xfrm>
          <a:custGeom>
            <a:avLst/>
            <a:gdLst>
              <a:gd name="T0" fmla="*/ 526 w 695"/>
              <a:gd name="T1" fmla="*/ 362 h 695"/>
              <a:gd name="T2" fmla="*/ 359 w 695"/>
              <a:gd name="T3" fmla="*/ 362 h 695"/>
              <a:gd name="T4" fmla="*/ 359 w 695"/>
              <a:gd name="T5" fmla="*/ 531 h 695"/>
              <a:gd name="T6" fmla="*/ 359 w 695"/>
              <a:gd name="T7" fmla="*/ 537 h 695"/>
              <a:gd name="T8" fmla="*/ 356 w 695"/>
              <a:gd name="T9" fmla="*/ 540 h 695"/>
              <a:gd name="T10" fmla="*/ 353 w 695"/>
              <a:gd name="T11" fmla="*/ 542 h 695"/>
              <a:gd name="T12" fmla="*/ 348 w 695"/>
              <a:gd name="T13" fmla="*/ 543 h 695"/>
              <a:gd name="T14" fmla="*/ 343 w 695"/>
              <a:gd name="T15" fmla="*/ 542 h 695"/>
              <a:gd name="T16" fmla="*/ 339 w 695"/>
              <a:gd name="T17" fmla="*/ 540 h 695"/>
              <a:gd name="T18" fmla="*/ 337 w 695"/>
              <a:gd name="T19" fmla="*/ 537 h 695"/>
              <a:gd name="T20" fmla="*/ 336 w 695"/>
              <a:gd name="T21" fmla="*/ 531 h 695"/>
              <a:gd name="T22" fmla="*/ 336 w 695"/>
              <a:gd name="T23" fmla="*/ 362 h 695"/>
              <a:gd name="T24" fmla="*/ 164 w 695"/>
              <a:gd name="T25" fmla="*/ 362 h 695"/>
              <a:gd name="T26" fmla="*/ 158 w 695"/>
              <a:gd name="T27" fmla="*/ 361 h 695"/>
              <a:gd name="T28" fmla="*/ 155 w 695"/>
              <a:gd name="T29" fmla="*/ 359 h 695"/>
              <a:gd name="T30" fmla="*/ 153 w 695"/>
              <a:gd name="T31" fmla="*/ 356 h 695"/>
              <a:gd name="T32" fmla="*/ 152 w 695"/>
              <a:gd name="T33" fmla="*/ 350 h 695"/>
              <a:gd name="T34" fmla="*/ 153 w 695"/>
              <a:gd name="T35" fmla="*/ 346 h 695"/>
              <a:gd name="T36" fmla="*/ 155 w 695"/>
              <a:gd name="T37" fmla="*/ 342 h 695"/>
              <a:gd name="T38" fmla="*/ 158 w 695"/>
              <a:gd name="T39" fmla="*/ 339 h 695"/>
              <a:gd name="T40" fmla="*/ 164 w 695"/>
              <a:gd name="T41" fmla="*/ 339 h 695"/>
              <a:gd name="T42" fmla="*/ 336 w 695"/>
              <a:gd name="T43" fmla="*/ 339 h 695"/>
              <a:gd name="T44" fmla="*/ 336 w 695"/>
              <a:gd name="T45" fmla="*/ 170 h 695"/>
              <a:gd name="T46" fmla="*/ 337 w 695"/>
              <a:gd name="T47" fmla="*/ 165 h 695"/>
              <a:gd name="T48" fmla="*/ 339 w 695"/>
              <a:gd name="T49" fmla="*/ 161 h 695"/>
              <a:gd name="T50" fmla="*/ 343 w 695"/>
              <a:gd name="T51" fmla="*/ 159 h 695"/>
              <a:gd name="T52" fmla="*/ 348 w 695"/>
              <a:gd name="T53" fmla="*/ 158 h 695"/>
              <a:gd name="T54" fmla="*/ 353 w 695"/>
              <a:gd name="T55" fmla="*/ 159 h 695"/>
              <a:gd name="T56" fmla="*/ 356 w 695"/>
              <a:gd name="T57" fmla="*/ 161 h 695"/>
              <a:gd name="T58" fmla="*/ 359 w 695"/>
              <a:gd name="T59" fmla="*/ 165 h 695"/>
              <a:gd name="T60" fmla="*/ 359 w 695"/>
              <a:gd name="T61" fmla="*/ 170 h 695"/>
              <a:gd name="T62" fmla="*/ 359 w 695"/>
              <a:gd name="T63" fmla="*/ 339 h 695"/>
              <a:gd name="T64" fmla="*/ 526 w 695"/>
              <a:gd name="T65" fmla="*/ 339 h 695"/>
              <a:gd name="T66" fmla="*/ 530 w 695"/>
              <a:gd name="T67" fmla="*/ 339 h 695"/>
              <a:gd name="T68" fmla="*/ 535 w 695"/>
              <a:gd name="T69" fmla="*/ 342 h 695"/>
              <a:gd name="T70" fmla="*/ 537 w 695"/>
              <a:gd name="T71" fmla="*/ 346 h 695"/>
              <a:gd name="T72" fmla="*/ 538 w 695"/>
              <a:gd name="T73" fmla="*/ 350 h 695"/>
              <a:gd name="T74" fmla="*/ 537 w 695"/>
              <a:gd name="T75" fmla="*/ 356 h 695"/>
              <a:gd name="T76" fmla="*/ 535 w 695"/>
              <a:gd name="T77" fmla="*/ 359 h 695"/>
              <a:gd name="T78" fmla="*/ 530 w 695"/>
              <a:gd name="T79" fmla="*/ 361 h 695"/>
              <a:gd name="T80" fmla="*/ 526 w 695"/>
              <a:gd name="T81" fmla="*/ 362 h 695"/>
              <a:gd name="T82" fmla="*/ 683 w 695"/>
              <a:gd name="T83" fmla="*/ 0 h 695"/>
              <a:gd name="T84" fmla="*/ 12 w 695"/>
              <a:gd name="T85" fmla="*/ 0 h 695"/>
              <a:gd name="T86" fmla="*/ 8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8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2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2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359" y="362"/>
                </a:lnTo>
                <a:lnTo>
                  <a:pt x="359" y="531"/>
                </a:lnTo>
                <a:lnTo>
                  <a:pt x="359" y="537"/>
                </a:lnTo>
                <a:lnTo>
                  <a:pt x="356" y="540"/>
                </a:lnTo>
                <a:lnTo>
                  <a:pt x="353" y="542"/>
                </a:lnTo>
                <a:lnTo>
                  <a:pt x="348" y="543"/>
                </a:lnTo>
                <a:lnTo>
                  <a:pt x="343" y="542"/>
                </a:lnTo>
                <a:lnTo>
                  <a:pt x="339" y="540"/>
                </a:lnTo>
                <a:lnTo>
                  <a:pt x="337" y="537"/>
                </a:lnTo>
                <a:lnTo>
                  <a:pt x="336" y="531"/>
                </a:lnTo>
                <a:lnTo>
                  <a:pt x="336" y="362"/>
                </a:lnTo>
                <a:lnTo>
                  <a:pt x="164" y="362"/>
                </a:lnTo>
                <a:lnTo>
                  <a:pt x="158" y="361"/>
                </a:lnTo>
                <a:lnTo>
                  <a:pt x="155" y="359"/>
                </a:lnTo>
                <a:lnTo>
                  <a:pt x="153" y="356"/>
                </a:lnTo>
                <a:lnTo>
                  <a:pt x="152" y="350"/>
                </a:lnTo>
                <a:lnTo>
                  <a:pt x="153" y="346"/>
                </a:lnTo>
                <a:lnTo>
                  <a:pt x="155" y="342"/>
                </a:lnTo>
                <a:lnTo>
                  <a:pt x="158" y="339"/>
                </a:lnTo>
                <a:lnTo>
                  <a:pt x="164" y="339"/>
                </a:lnTo>
                <a:lnTo>
                  <a:pt x="336" y="339"/>
                </a:lnTo>
                <a:lnTo>
                  <a:pt x="336" y="170"/>
                </a:lnTo>
                <a:lnTo>
                  <a:pt x="337" y="165"/>
                </a:lnTo>
                <a:lnTo>
                  <a:pt x="339" y="161"/>
                </a:lnTo>
                <a:lnTo>
                  <a:pt x="343" y="159"/>
                </a:lnTo>
                <a:lnTo>
                  <a:pt x="348" y="158"/>
                </a:lnTo>
                <a:lnTo>
                  <a:pt x="353" y="159"/>
                </a:lnTo>
                <a:lnTo>
                  <a:pt x="356" y="161"/>
                </a:lnTo>
                <a:lnTo>
                  <a:pt x="359" y="165"/>
                </a:lnTo>
                <a:lnTo>
                  <a:pt x="359" y="170"/>
                </a:lnTo>
                <a:lnTo>
                  <a:pt x="359" y="339"/>
                </a:lnTo>
                <a:lnTo>
                  <a:pt x="526" y="339"/>
                </a:lnTo>
                <a:lnTo>
                  <a:pt x="530" y="339"/>
                </a:lnTo>
                <a:lnTo>
                  <a:pt x="535" y="342"/>
                </a:lnTo>
                <a:lnTo>
                  <a:pt x="537" y="346"/>
                </a:lnTo>
                <a:lnTo>
                  <a:pt x="538" y="350"/>
                </a:lnTo>
                <a:lnTo>
                  <a:pt x="537" y="356"/>
                </a:lnTo>
                <a:lnTo>
                  <a:pt x="535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8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8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2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2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143" name="Figura a mano libera 1839" descr="Indicatore con segno di moltiplicazione. ">
            <a:extLst>
              <a:ext uri="{FF2B5EF4-FFF2-40B4-BE49-F238E27FC236}">
                <a16:creationId xmlns:a16="http://schemas.microsoft.com/office/drawing/2014/main" id="{9506A8E7-40C8-4CB3-909D-6D1FBA2D8F3D}"/>
              </a:ext>
            </a:extLst>
          </p:cNvPr>
          <p:cNvSpPr>
            <a:spLocks noEditPoints="1"/>
          </p:cNvSpPr>
          <p:nvPr/>
        </p:nvSpPr>
        <p:spPr bwMode="auto">
          <a:xfrm>
            <a:off x="7703738" y="2892703"/>
            <a:ext cx="276225" cy="276225"/>
          </a:xfrm>
          <a:custGeom>
            <a:avLst/>
            <a:gdLst>
              <a:gd name="T0" fmla="*/ 488 w 695"/>
              <a:gd name="T1" fmla="*/ 471 h 695"/>
              <a:gd name="T2" fmla="*/ 490 w 695"/>
              <a:gd name="T3" fmla="*/ 475 h 695"/>
              <a:gd name="T4" fmla="*/ 491 w 695"/>
              <a:gd name="T5" fmla="*/ 479 h 695"/>
              <a:gd name="T6" fmla="*/ 490 w 695"/>
              <a:gd name="T7" fmla="*/ 484 h 695"/>
              <a:gd name="T8" fmla="*/ 488 w 695"/>
              <a:gd name="T9" fmla="*/ 487 h 695"/>
              <a:gd name="T10" fmla="*/ 483 w 695"/>
              <a:gd name="T11" fmla="*/ 490 h 695"/>
              <a:gd name="T12" fmla="*/ 479 w 695"/>
              <a:gd name="T13" fmla="*/ 490 h 695"/>
              <a:gd name="T14" fmla="*/ 475 w 695"/>
              <a:gd name="T15" fmla="*/ 490 h 695"/>
              <a:gd name="T16" fmla="*/ 471 w 695"/>
              <a:gd name="T17" fmla="*/ 487 h 695"/>
              <a:gd name="T18" fmla="*/ 348 w 695"/>
              <a:gd name="T19" fmla="*/ 365 h 695"/>
              <a:gd name="T20" fmla="*/ 225 w 695"/>
              <a:gd name="T21" fmla="*/ 487 h 695"/>
              <a:gd name="T22" fmla="*/ 221 w 695"/>
              <a:gd name="T23" fmla="*/ 490 h 695"/>
              <a:gd name="T24" fmla="*/ 216 w 695"/>
              <a:gd name="T25" fmla="*/ 490 h 695"/>
              <a:gd name="T26" fmla="*/ 212 w 695"/>
              <a:gd name="T27" fmla="*/ 490 h 695"/>
              <a:gd name="T28" fmla="*/ 207 w 695"/>
              <a:gd name="T29" fmla="*/ 487 h 695"/>
              <a:gd name="T30" fmla="*/ 205 w 695"/>
              <a:gd name="T31" fmla="*/ 483 h 695"/>
              <a:gd name="T32" fmla="*/ 204 w 695"/>
              <a:gd name="T33" fmla="*/ 478 h 695"/>
              <a:gd name="T34" fmla="*/ 205 w 695"/>
              <a:gd name="T35" fmla="*/ 474 h 695"/>
              <a:gd name="T36" fmla="*/ 207 w 695"/>
              <a:gd name="T37" fmla="*/ 471 h 695"/>
              <a:gd name="T38" fmla="*/ 331 w 695"/>
              <a:gd name="T39" fmla="*/ 347 h 695"/>
              <a:gd name="T40" fmla="*/ 207 w 695"/>
              <a:gd name="T41" fmla="*/ 223 h 695"/>
              <a:gd name="T42" fmla="*/ 205 w 695"/>
              <a:gd name="T43" fmla="*/ 220 h 695"/>
              <a:gd name="T44" fmla="*/ 204 w 695"/>
              <a:gd name="T45" fmla="*/ 215 h 695"/>
              <a:gd name="T46" fmla="*/ 205 w 695"/>
              <a:gd name="T47" fmla="*/ 211 h 695"/>
              <a:gd name="T48" fmla="*/ 207 w 695"/>
              <a:gd name="T49" fmla="*/ 207 h 695"/>
              <a:gd name="T50" fmla="*/ 212 w 695"/>
              <a:gd name="T51" fmla="*/ 204 h 695"/>
              <a:gd name="T52" fmla="*/ 216 w 695"/>
              <a:gd name="T53" fmla="*/ 203 h 695"/>
              <a:gd name="T54" fmla="*/ 221 w 695"/>
              <a:gd name="T55" fmla="*/ 204 h 695"/>
              <a:gd name="T56" fmla="*/ 224 w 695"/>
              <a:gd name="T57" fmla="*/ 207 h 695"/>
              <a:gd name="T58" fmla="*/ 348 w 695"/>
              <a:gd name="T59" fmla="*/ 330 h 695"/>
              <a:gd name="T60" fmla="*/ 471 w 695"/>
              <a:gd name="T61" fmla="*/ 207 h 695"/>
              <a:gd name="T62" fmla="*/ 475 w 695"/>
              <a:gd name="T63" fmla="*/ 204 h 695"/>
              <a:gd name="T64" fmla="*/ 479 w 695"/>
              <a:gd name="T65" fmla="*/ 203 h 695"/>
              <a:gd name="T66" fmla="*/ 483 w 695"/>
              <a:gd name="T67" fmla="*/ 204 h 695"/>
              <a:gd name="T68" fmla="*/ 488 w 695"/>
              <a:gd name="T69" fmla="*/ 207 h 695"/>
              <a:gd name="T70" fmla="*/ 490 w 695"/>
              <a:gd name="T71" fmla="*/ 211 h 695"/>
              <a:gd name="T72" fmla="*/ 491 w 695"/>
              <a:gd name="T73" fmla="*/ 215 h 695"/>
              <a:gd name="T74" fmla="*/ 490 w 695"/>
              <a:gd name="T75" fmla="*/ 220 h 695"/>
              <a:gd name="T76" fmla="*/ 488 w 695"/>
              <a:gd name="T77" fmla="*/ 223 h 695"/>
              <a:gd name="T78" fmla="*/ 364 w 695"/>
              <a:gd name="T79" fmla="*/ 347 h 695"/>
              <a:gd name="T80" fmla="*/ 488 w 695"/>
              <a:gd name="T81" fmla="*/ 471 h 695"/>
              <a:gd name="T82" fmla="*/ 683 w 695"/>
              <a:gd name="T83" fmla="*/ 0 h 695"/>
              <a:gd name="T84" fmla="*/ 12 w 695"/>
              <a:gd name="T85" fmla="*/ 0 h 695"/>
              <a:gd name="T86" fmla="*/ 7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7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1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1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488" y="471"/>
                </a:moveTo>
                <a:lnTo>
                  <a:pt x="490" y="475"/>
                </a:lnTo>
                <a:lnTo>
                  <a:pt x="491" y="479"/>
                </a:lnTo>
                <a:lnTo>
                  <a:pt x="490" y="484"/>
                </a:lnTo>
                <a:lnTo>
                  <a:pt x="488" y="487"/>
                </a:lnTo>
                <a:lnTo>
                  <a:pt x="483" y="490"/>
                </a:lnTo>
                <a:lnTo>
                  <a:pt x="479" y="490"/>
                </a:lnTo>
                <a:lnTo>
                  <a:pt x="475" y="490"/>
                </a:lnTo>
                <a:lnTo>
                  <a:pt x="471" y="487"/>
                </a:lnTo>
                <a:lnTo>
                  <a:pt x="348" y="365"/>
                </a:lnTo>
                <a:lnTo>
                  <a:pt x="225" y="487"/>
                </a:lnTo>
                <a:lnTo>
                  <a:pt x="221" y="490"/>
                </a:lnTo>
                <a:lnTo>
                  <a:pt x="216" y="490"/>
                </a:lnTo>
                <a:lnTo>
                  <a:pt x="212" y="490"/>
                </a:lnTo>
                <a:lnTo>
                  <a:pt x="207" y="487"/>
                </a:lnTo>
                <a:lnTo>
                  <a:pt x="205" y="483"/>
                </a:lnTo>
                <a:lnTo>
                  <a:pt x="204" y="478"/>
                </a:lnTo>
                <a:lnTo>
                  <a:pt x="205" y="474"/>
                </a:lnTo>
                <a:lnTo>
                  <a:pt x="207" y="471"/>
                </a:lnTo>
                <a:lnTo>
                  <a:pt x="331" y="347"/>
                </a:lnTo>
                <a:lnTo>
                  <a:pt x="207" y="223"/>
                </a:lnTo>
                <a:lnTo>
                  <a:pt x="205" y="220"/>
                </a:lnTo>
                <a:lnTo>
                  <a:pt x="204" y="215"/>
                </a:lnTo>
                <a:lnTo>
                  <a:pt x="205" y="211"/>
                </a:lnTo>
                <a:lnTo>
                  <a:pt x="207" y="207"/>
                </a:lnTo>
                <a:lnTo>
                  <a:pt x="212" y="204"/>
                </a:lnTo>
                <a:lnTo>
                  <a:pt x="216" y="203"/>
                </a:lnTo>
                <a:lnTo>
                  <a:pt x="221" y="204"/>
                </a:lnTo>
                <a:lnTo>
                  <a:pt x="224" y="207"/>
                </a:lnTo>
                <a:lnTo>
                  <a:pt x="348" y="330"/>
                </a:lnTo>
                <a:lnTo>
                  <a:pt x="471" y="207"/>
                </a:lnTo>
                <a:lnTo>
                  <a:pt x="475" y="204"/>
                </a:lnTo>
                <a:lnTo>
                  <a:pt x="479" y="203"/>
                </a:lnTo>
                <a:lnTo>
                  <a:pt x="483" y="204"/>
                </a:lnTo>
                <a:lnTo>
                  <a:pt x="488" y="207"/>
                </a:lnTo>
                <a:lnTo>
                  <a:pt x="490" y="211"/>
                </a:lnTo>
                <a:lnTo>
                  <a:pt x="491" y="215"/>
                </a:lnTo>
                <a:lnTo>
                  <a:pt x="490" y="220"/>
                </a:lnTo>
                <a:lnTo>
                  <a:pt x="488" y="223"/>
                </a:lnTo>
                <a:lnTo>
                  <a:pt x="364" y="347"/>
                </a:lnTo>
                <a:lnTo>
                  <a:pt x="488" y="471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7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7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1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1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144" name="Figura a mano libera 1837" descr="Indicatore con segno più. ">
            <a:extLst>
              <a:ext uri="{FF2B5EF4-FFF2-40B4-BE49-F238E27FC236}">
                <a16:creationId xmlns:a16="http://schemas.microsoft.com/office/drawing/2014/main" id="{9F58591E-3473-4F64-8EC7-B3C59E9BCF39}"/>
              </a:ext>
            </a:extLst>
          </p:cNvPr>
          <p:cNvSpPr>
            <a:spLocks noEditPoints="1"/>
          </p:cNvSpPr>
          <p:nvPr/>
        </p:nvSpPr>
        <p:spPr bwMode="auto">
          <a:xfrm>
            <a:off x="7704531" y="4382023"/>
            <a:ext cx="274638" cy="276225"/>
          </a:xfrm>
          <a:custGeom>
            <a:avLst/>
            <a:gdLst>
              <a:gd name="T0" fmla="*/ 526 w 695"/>
              <a:gd name="T1" fmla="*/ 362 h 695"/>
              <a:gd name="T2" fmla="*/ 359 w 695"/>
              <a:gd name="T3" fmla="*/ 362 h 695"/>
              <a:gd name="T4" fmla="*/ 359 w 695"/>
              <a:gd name="T5" fmla="*/ 531 h 695"/>
              <a:gd name="T6" fmla="*/ 359 w 695"/>
              <a:gd name="T7" fmla="*/ 537 h 695"/>
              <a:gd name="T8" fmla="*/ 356 w 695"/>
              <a:gd name="T9" fmla="*/ 540 h 695"/>
              <a:gd name="T10" fmla="*/ 353 w 695"/>
              <a:gd name="T11" fmla="*/ 542 h 695"/>
              <a:gd name="T12" fmla="*/ 348 w 695"/>
              <a:gd name="T13" fmla="*/ 543 h 695"/>
              <a:gd name="T14" fmla="*/ 343 w 695"/>
              <a:gd name="T15" fmla="*/ 542 h 695"/>
              <a:gd name="T16" fmla="*/ 339 w 695"/>
              <a:gd name="T17" fmla="*/ 540 h 695"/>
              <a:gd name="T18" fmla="*/ 337 w 695"/>
              <a:gd name="T19" fmla="*/ 537 h 695"/>
              <a:gd name="T20" fmla="*/ 336 w 695"/>
              <a:gd name="T21" fmla="*/ 531 h 695"/>
              <a:gd name="T22" fmla="*/ 336 w 695"/>
              <a:gd name="T23" fmla="*/ 362 h 695"/>
              <a:gd name="T24" fmla="*/ 164 w 695"/>
              <a:gd name="T25" fmla="*/ 362 h 695"/>
              <a:gd name="T26" fmla="*/ 158 w 695"/>
              <a:gd name="T27" fmla="*/ 361 h 695"/>
              <a:gd name="T28" fmla="*/ 155 w 695"/>
              <a:gd name="T29" fmla="*/ 359 h 695"/>
              <a:gd name="T30" fmla="*/ 153 w 695"/>
              <a:gd name="T31" fmla="*/ 356 h 695"/>
              <a:gd name="T32" fmla="*/ 152 w 695"/>
              <a:gd name="T33" fmla="*/ 350 h 695"/>
              <a:gd name="T34" fmla="*/ 153 w 695"/>
              <a:gd name="T35" fmla="*/ 346 h 695"/>
              <a:gd name="T36" fmla="*/ 155 w 695"/>
              <a:gd name="T37" fmla="*/ 342 h 695"/>
              <a:gd name="T38" fmla="*/ 158 w 695"/>
              <a:gd name="T39" fmla="*/ 339 h 695"/>
              <a:gd name="T40" fmla="*/ 164 w 695"/>
              <a:gd name="T41" fmla="*/ 339 h 695"/>
              <a:gd name="T42" fmla="*/ 336 w 695"/>
              <a:gd name="T43" fmla="*/ 339 h 695"/>
              <a:gd name="T44" fmla="*/ 336 w 695"/>
              <a:gd name="T45" fmla="*/ 170 h 695"/>
              <a:gd name="T46" fmla="*/ 337 w 695"/>
              <a:gd name="T47" fmla="*/ 165 h 695"/>
              <a:gd name="T48" fmla="*/ 339 w 695"/>
              <a:gd name="T49" fmla="*/ 161 h 695"/>
              <a:gd name="T50" fmla="*/ 343 w 695"/>
              <a:gd name="T51" fmla="*/ 159 h 695"/>
              <a:gd name="T52" fmla="*/ 348 w 695"/>
              <a:gd name="T53" fmla="*/ 158 h 695"/>
              <a:gd name="T54" fmla="*/ 353 w 695"/>
              <a:gd name="T55" fmla="*/ 159 h 695"/>
              <a:gd name="T56" fmla="*/ 356 w 695"/>
              <a:gd name="T57" fmla="*/ 161 h 695"/>
              <a:gd name="T58" fmla="*/ 359 w 695"/>
              <a:gd name="T59" fmla="*/ 165 h 695"/>
              <a:gd name="T60" fmla="*/ 359 w 695"/>
              <a:gd name="T61" fmla="*/ 170 h 695"/>
              <a:gd name="T62" fmla="*/ 359 w 695"/>
              <a:gd name="T63" fmla="*/ 339 h 695"/>
              <a:gd name="T64" fmla="*/ 526 w 695"/>
              <a:gd name="T65" fmla="*/ 339 h 695"/>
              <a:gd name="T66" fmla="*/ 530 w 695"/>
              <a:gd name="T67" fmla="*/ 339 h 695"/>
              <a:gd name="T68" fmla="*/ 535 w 695"/>
              <a:gd name="T69" fmla="*/ 342 h 695"/>
              <a:gd name="T70" fmla="*/ 537 w 695"/>
              <a:gd name="T71" fmla="*/ 346 h 695"/>
              <a:gd name="T72" fmla="*/ 538 w 695"/>
              <a:gd name="T73" fmla="*/ 350 h 695"/>
              <a:gd name="T74" fmla="*/ 537 w 695"/>
              <a:gd name="T75" fmla="*/ 356 h 695"/>
              <a:gd name="T76" fmla="*/ 535 w 695"/>
              <a:gd name="T77" fmla="*/ 359 h 695"/>
              <a:gd name="T78" fmla="*/ 530 w 695"/>
              <a:gd name="T79" fmla="*/ 361 h 695"/>
              <a:gd name="T80" fmla="*/ 526 w 695"/>
              <a:gd name="T81" fmla="*/ 362 h 695"/>
              <a:gd name="T82" fmla="*/ 683 w 695"/>
              <a:gd name="T83" fmla="*/ 0 h 695"/>
              <a:gd name="T84" fmla="*/ 12 w 695"/>
              <a:gd name="T85" fmla="*/ 0 h 695"/>
              <a:gd name="T86" fmla="*/ 8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8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2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2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359" y="362"/>
                </a:lnTo>
                <a:lnTo>
                  <a:pt x="359" y="531"/>
                </a:lnTo>
                <a:lnTo>
                  <a:pt x="359" y="537"/>
                </a:lnTo>
                <a:lnTo>
                  <a:pt x="356" y="540"/>
                </a:lnTo>
                <a:lnTo>
                  <a:pt x="353" y="542"/>
                </a:lnTo>
                <a:lnTo>
                  <a:pt x="348" y="543"/>
                </a:lnTo>
                <a:lnTo>
                  <a:pt x="343" y="542"/>
                </a:lnTo>
                <a:lnTo>
                  <a:pt x="339" y="540"/>
                </a:lnTo>
                <a:lnTo>
                  <a:pt x="337" y="537"/>
                </a:lnTo>
                <a:lnTo>
                  <a:pt x="336" y="531"/>
                </a:lnTo>
                <a:lnTo>
                  <a:pt x="336" y="362"/>
                </a:lnTo>
                <a:lnTo>
                  <a:pt x="164" y="362"/>
                </a:lnTo>
                <a:lnTo>
                  <a:pt x="158" y="361"/>
                </a:lnTo>
                <a:lnTo>
                  <a:pt x="155" y="359"/>
                </a:lnTo>
                <a:lnTo>
                  <a:pt x="153" y="356"/>
                </a:lnTo>
                <a:lnTo>
                  <a:pt x="152" y="350"/>
                </a:lnTo>
                <a:lnTo>
                  <a:pt x="153" y="346"/>
                </a:lnTo>
                <a:lnTo>
                  <a:pt x="155" y="342"/>
                </a:lnTo>
                <a:lnTo>
                  <a:pt x="158" y="339"/>
                </a:lnTo>
                <a:lnTo>
                  <a:pt x="164" y="339"/>
                </a:lnTo>
                <a:lnTo>
                  <a:pt x="336" y="339"/>
                </a:lnTo>
                <a:lnTo>
                  <a:pt x="336" y="170"/>
                </a:lnTo>
                <a:lnTo>
                  <a:pt x="337" y="165"/>
                </a:lnTo>
                <a:lnTo>
                  <a:pt x="339" y="161"/>
                </a:lnTo>
                <a:lnTo>
                  <a:pt x="343" y="159"/>
                </a:lnTo>
                <a:lnTo>
                  <a:pt x="348" y="158"/>
                </a:lnTo>
                <a:lnTo>
                  <a:pt x="353" y="159"/>
                </a:lnTo>
                <a:lnTo>
                  <a:pt x="356" y="161"/>
                </a:lnTo>
                <a:lnTo>
                  <a:pt x="359" y="165"/>
                </a:lnTo>
                <a:lnTo>
                  <a:pt x="359" y="170"/>
                </a:lnTo>
                <a:lnTo>
                  <a:pt x="359" y="339"/>
                </a:lnTo>
                <a:lnTo>
                  <a:pt x="526" y="339"/>
                </a:lnTo>
                <a:lnTo>
                  <a:pt x="530" y="339"/>
                </a:lnTo>
                <a:lnTo>
                  <a:pt x="535" y="342"/>
                </a:lnTo>
                <a:lnTo>
                  <a:pt x="537" y="346"/>
                </a:lnTo>
                <a:lnTo>
                  <a:pt x="538" y="350"/>
                </a:lnTo>
                <a:lnTo>
                  <a:pt x="537" y="356"/>
                </a:lnTo>
                <a:lnTo>
                  <a:pt x="535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8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8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2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2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145" name="Figura a mano libera 1837" descr="Indicatore con segno più. ">
            <a:extLst>
              <a:ext uri="{FF2B5EF4-FFF2-40B4-BE49-F238E27FC236}">
                <a16:creationId xmlns:a16="http://schemas.microsoft.com/office/drawing/2014/main" id="{8ACB7BFA-2B1C-41FA-A91F-C2A74141E269}"/>
              </a:ext>
            </a:extLst>
          </p:cNvPr>
          <p:cNvSpPr>
            <a:spLocks noEditPoints="1"/>
          </p:cNvSpPr>
          <p:nvPr/>
        </p:nvSpPr>
        <p:spPr bwMode="auto">
          <a:xfrm>
            <a:off x="8787207" y="3385358"/>
            <a:ext cx="274638" cy="276225"/>
          </a:xfrm>
          <a:custGeom>
            <a:avLst/>
            <a:gdLst>
              <a:gd name="T0" fmla="*/ 526 w 695"/>
              <a:gd name="T1" fmla="*/ 362 h 695"/>
              <a:gd name="T2" fmla="*/ 359 w 695"/>
              <a:gd name="T3" fmla="*/ 362 h 695"/>
              <a:gd name="T4" fmla="*/ 359 w 695"/>
              <a:gd name="T5" fmla="*/ 531 h 695"/>
              <a:gd name="T6" fmla="*/ 359 w 695"/>
              <a:gd name="T7" fmla="*/ 537 h 695"/>
              <a:gd name="T8" fmla="*/ 356 w 695"/>
              <a:gd name="T9" fmla="*/ 540 h 695"/>
              <a:gd name="T10" fmla="*/ 353 w 695"/>
              <a:gd name="T11" fmla="*/ 542 h 695"/>
              <a:gd name="T12" fmla="*/ 348 w 695"/>
              <a:gd name="T13" fmla="*/ 543 h 695"/>
              <a:gd name="T14" fmla="*/ 343 w 695"/>
              <a:gd name="T15" fmla="*/ 542 h 695"/>
              <a:gd name="T16" fmla="*/ 339 w 695"/>
              <a:gd name="T17" fmla="*/ 540 h 695"/>
              <a:gd name="T18" fmla="*/ 337 w 695"/>
              <a:gd name="T19" fmla="*/ 537 h 695"/>
              <a:gd name="T20" fmla="*/ 336 w 695"/>
              <a:gd name="T21" fmla="*/ 531 h 695"/>
              <a:gd name="T22" fmla="*/ 336 w 695"/>
              <a:gd name="T23" fmla="*/ 362 h 695"/>
              <a:gd name="T24" fmla="*/ 164 w 695"/>
              <a:gd name="T25" fmla="*/ 362 h 695"/>
              <a:gd name="T26" fmla="*/ 158 w 695"/>
              <a:gd name="T27" fmla="*/ 361 h 695"/>
              <a:gd name="T28" fmla="*/ 155 w 695"/>
              <a:gd name="T29" fmla="*/ 359 h 695"/>
              <a:gd name="T30" fmla="*/ 153 w 695"/>
              <a:gd name="T31" fmla="*/ 356 h 695"/>
              <a:gd name="T32" fmla="*/ 152 w 695"/>
              <a:gd name="T33" fmla="*/ 350 h 695"/>
              <a:gd name="T34" fmla="*/ 153 w 695"/>
              <a:gd name="T35" fmla="*/ 346 h 695"/>
              <a:gd name="T36" fmla="*/ 155 w 695"/>
              <a:gd name="T37" fmla="*/ 342 h 695"/>
              <a:gd name="T38" fmla="*/ 158 w 695"/>
              <a:gd name="T39" fmla="*/ 339 h 695"/>
              <a:gd name="T40" fmla="*/ 164 w 695"/>
              <a:gd name="T41" fmla="*/ 339 h 695"/>
              <a:gd name="T42" fmla="*/ 336 w 695"/>
              <a:gd name="T43" fmla="*/ 339 h 695"/>
              <a:gd name="T44" fmla="*/ 336 w 695"/>
              <a:gd name="T45" fmla="*/ 170 h 695"/>
              <a:gd name="T46" fmla="*/ 337 w 695"/>
              <a:gd name="T47" fmla="*/ 165 h 695"/>
              <a:gd name="T48" fmla="*/ 339 w 695"/>
              <a:gd name="T49" fmla="*/ 161 h 695"/>
              <a:gd name="T50" fmla="*/ 343 w 695"/>
              <a:gd name="T51" fmla="*/ 159 h 695"/>
              <a:gd name="T52" fmla="*/ 348 w 695"/>
              <a:gd name="T53" fmla="*/ 158 h 695"/>
              <a:gd name="T54" fmla="*/ 353 w 695"/>
              <a:gd name="T55" fmla="*/ 159 h 695"/>
              <a:gd name="T56" fmla="*/ 356 w 695"/>
              <a:gd name="T57" fmla="*/ 161 h 695"/>
              <a:gd name="T58" fmla="*/ 359 w 695"/>
              <a:gd name="T59" fmla="*/ 165 h 695"/>
              <a:gd name="T60" fmla="*/ 359 w 695"/>
              <a:gd name="T61" fmla="*/ 170 h 695"/>
              <a:gd name="T62" fmla="*/ 359 w 695"/>
              <a:gd name="T63" fmla="*/ 339 h 695"/>
              <a:gd name="T64" fmla="*/ 526 w 695"/>
              <a:gd name="T65" fmla="*/ 339 h 695"/>
              <a:gd name="T66" fmla="*/ 530 w 695"/>
              <a:gd name="T67" fmla="*/ 339 h 695"/>
              <a:gd name="T68" fmla="*/ 535 w 695"/>
              <a:gd name="T69" fmla="*/ 342 h 695"/>
              <a:gd name="T70" fmla="*/ 537 w 695"/>
              <a:gd name="T71" fmla="*/ 346 h 695"/>
              <a:gd name="T72" fmla="*/ 538 w 695"/>
              <a:gd name="T73" fmla="*/ 350 h 695"/>
              <a:gd name="T74" fmla="*/ 537 w 695"/>
              <a:gd name="T75" fmla="*/ 356 h 695"/>
              <a:gd name="T76" fmla="*/ 535 w 695"/>
              <a:gd name="T77" fmla="*/ 359 h 695"/>
              <a:gd name="T78" fmla="*/ 530 w 695"/>
              <a:gd name="T79" fmla="*/ 361 h 695"/>
              <a:gd name="T80" fmla="*/ 526 w 695"/>
              <a:gd name="T81" fmla="*/ 362 h 695"/>
              <a:gd name="T82" fmla="*/ 683 w 695"/>
              <a:gd name="T83" fmla="*/ 0 h 695"/>
              <a:gd name="T84" fmla="*/ 12 w 695"/>
              <a:gd name="T85" fmla="*/ 0 h 695"/>
              <a:gd name="T86" fmla="*/ 8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8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2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2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359" y="362"/>
                </a:lnTo>
                <a:lnTo>
                  <a:pt x="359" y="531"/>
                </a:lnTo>
                <a:lnTo>
                  <a:pt x="359" y="537"/>
                </a:lnTo>
                <a:lnTo>
                  <a:pt x="356" y="540"/>
                </a:lnTo>
                <a:lnTo>
                  <a:pt x="353" y="542"/>
                </a:lnTo>
                <a:lnTo>
                  <a:pt x="348" y="543"/>
                </a:lnTo>
                <a:lnTo>
                  <a:pt x="343" y="542"/>
                </a:lnTo>
                <a:lnTo>
                  <a:pt x="339" y="540"/>
                </a:lnTo>
                <a:lnTo>
                  <a:pt x="337" y="537"/>
                </a:lnTo>
                <a:lnTo>
                  <a:pt x="336" y="531"/>
                </a:lnTo>
                <a:lnTo>
                  <a:pt x="336" y="362"/>
                </a:lnTo>
                <a:lnTo>
                  <a:pt x="164" y="362"/>
                </a:lnTo>
                <a:lnTo>
                  <a:pt x="158" y="361"/>
                </a:lnTo>
                <a:lnTo>
                  <a:pt x="155" y="359"/>
                </a:lnTo>
                <a:lnTo>
                  <a:pt x="153" y="356"/>
                </a:lnTo>
                <a:lnTo>
                  <a:pt x="152" y="350"/>
                </a:lnTo>
                <a:lnTo>
                  <a:pt x="153" y="346"/>
                </a:lnTo>
                <a:lnTo>
                  <a:pt x="155" y="342"/>
                </a:lnTo>
                <a:lnTo>
                  <a:pt x="158" y="339"/>
                </a:lnTo>
                <a:lnTo>
                  <a:pt x="164" y="339"/>
                </a:lnTo>
                <a:lnTo>
                  <a:pt x="336" y="339"/>
                </a:lnTo>
                <a:lnTo>
                  <a:pt x="336" y="170"/>
                </a:lnTo>
                <a:lnTo>
                  <a:pt x="337" y="165"/>
                </a:lnTo>
                <a:lnTo>
                  <a:pt x="339" y="161"/>
                </a:lnTo>
                <a:lnTo>
                  <a:pt x="343" y="159"/>
                </a:lnTo>
                <a:lnTo>
                  <a:pt x="348" y="158"/>
                </a:lnTo>
                <a:lnTo>
                  <a:pt x="353" y="159"/>
                </a:lnTo>
                <a:lnTo>
                  <a:pt x="356" y="161"/>
                </a:lnTo>
                <a:lnTo>
                  <a:pt x="359" y="165"/>
                </a:lnTo>
                <a:lnTo>
                  <a:pt x="359" y="170"/>
                </a:lnTo>
                <a:lnTo>
                  <a:pt x="359" y="339"/>
                </a:lnTo>
                <a:lnTo>
                  <a:pt x="526" y="339"/>
                </a:lnTo>
                <a:lnTo>
                  <a:pt x="530" y="339"/>
                </a:lnTo>
                <a:lnTo>
                  <a:pt x="535" y="342"/>
                </a:lnTo>
                <a:lnTo>
                  <a:pt x="537" y="346"/>
                </a:lnTo>
                <a:lnTo>
                  <a:pt x="538" y="350"/>
                </a:lnTo>
                <a:lnTo>
                  <a:pt x="537" y="356"/>
                </a:lnTo>
                <a:lnTo>
                  <a:pt x="535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8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8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2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2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146" name="Figura a mano libera 1837" descr="Indicatore con segno più. ">
            <a:extLst>
              <a:ext uri="{FF2B5EF4-FFF2-40B4-BE49-F238E27FC236}">
                <a16:creationId xmlns:a16="http://schemas.microsoft.com/office/drawing/2014/main" id="{DC0F6511-C5AE-49E3-92DC-7B6FA6B2208D}"/>
              </a:ext>
            </a:extLst>
          </p:cNvPr>
          <p:cNvSpPr>
            <a:spLocks noEditPoints="1"/>
          </p:cNvSpPr>
          <p:nvPr/>
        </p:nvSpPr>
        <p:spPr bwMode="auto">
          <a:xfrm>
            <a:off x="9900044" y="4865305"/>
            <a:ext cx="274638" cy="276225"/>
          </a:xfrm>
          <a:custGeom>
            <a:avLst/>
            <a:gdLst>
              <a:gd name="T0" fmla="*/ 526 w 695"/>
              <a:gd name="T1" fmla="*/ 362 h 695"/>
              <a:gd name="T2" fmla="*/ 359 w 695"/>
              <a:gd name="T3" fmla="*/ 362 h 695"/>
              <a:gd name="T4" fmla="*/ 359 w 695"/>
              <a:gd name="T5" fmla="*/ 531 h 695"/>
              <a:gd name="T6" fmla="*/ 359 w 695"/>
              <a:gd name="T7" fmla="*/ 537 h 695"/>
              <a:gd name="T8" fmla="*/ 356 w 695"/>
              <a:gd name="T9" fmla="*/ 540 h 695"/>
              <a:gd name="T10" fmla="*/ 353 w 695"/>
              <a:gd name="T11" fmla="*/ 542 h 695"/>
              <a:gd name="T12" fmla="*/ 348 w 695"/>
              <a:gd name="T13" fmla="*/ 543 h 695"/>
              <a:gd name="T14" fmla="*/ 343 w 695"/>
              <a:gd name="T15" fmla="*/ 542 h 695"/>
              <a:gd name="T16" fmla="*/ 339 w 695"/>
              <a:gd name="T17" fmla="*/ 540 h 695"/>
              <a:gd name="T18" fmla="*/ 337 w 695"/>
              <a:gd name="T19" fmla="*/ 537 h 695"/>
              <a:gd name="T20" fmla="*/ 336 w 695"/>
              <a:gd name="T21" fmla="*/ 531 h 695"/>
              <a:gd name="T22" fmla="*/ 336 w 695"/>
              <a:gd name="T23" fmla="*/ 362 h 695"/>
              <a:gd name="T24" fmla="*/ 164 w 695"/>
              <a:gd name="T25" fmla="*/ 362 h 695"/>
              <a:gd name="T26" fmla="*/ 158 w 695"/>
              <a:gd name="T27" fmla="*/ 361 h 695"/>
              <a:gd name="T28" fmla="*/ 155 w 695"/>
              <a:gd name="T29" fmla="*/ 359 h 695"/>
              <a:gd name="T30" fmla="*/ 153 w 695"/>
              <a:gd name="T31" fmla="*/ 356 h 695"/>
              <a:gd name="T32" fmla="*/ 152 w 695"/>
              <a:gd name="T33" fmla="*/ 350 h 695"/>
              <a:gd name="T34" fmla="*/ 153 w 695"/>
              <a:gd name="T35" fmla="*/ 346 h 695"/>
              <a:gd name="T36" fmla="*/ 155 w 695"/>
              <a:gd name="T37" fmla="*/ 342 h 695"/>
              <a:gd name="T38" fmla="*/ 158 w 695"/>
              <a:gd name="T39" fmla="*/ 339 h 695"/>
              <a:gd name="T40" fmla="*/ 164 w 695"/>
              <a:gd name="T41" fmla="*/ 339 h 695"/>
              <a:gd name="T42" fmla="*/ 336 w 695"/>
              <a:gd name="T43" fmla="*/ 339 h 695"/>
              <a:gd name="T44" fmla="*/ 336 w 695"/>
              <a:gd name="T45" fmla="*/ 170 h 695"/>
              <a:gd name="T46" fmla="*/ 337 w 695"/>
              <a:gd name="T47" fmla="*/ 165 h 695"/>
              <a:gd name="T48" fmla="*/ 339 w 695"/>
              <a:gd name="T49" fmla="*/ 161 h 695"/>
              <a:gd name="T50" fmla="*/ 343 w 695"/>
              <a:gd name="T51" fmla="*/ 159 h 695"/>
              <a:gd name="T52" fmla="*/ 348 w 695"/>
              <a:gd name="T53" fmla="*/ 158 h 695"/>
              <a:gd name="T54" fmla="*/ 353 w 695"/>
              <a:gd name="T55" fmla="*/ 159 h 695"/>
              <a:gd name="T56" fmla="*/ 356 w 695"/>
              <a:gd name="T57" fmla="*/ 161 h 695"/>
              <a:gd name="T58" fmla="*/ 359 w 695"/>
              <a:gd name="T59" fmla="*/ 165 h 695"/>
              <a:gd name="T60" fmla="*/ 359 w 695"/>
              <a:gd name="T61" fmla="*/ 170 h 695"/>
              <a:gd name="T62" fmla="*/ 359 w 695"/>
              <a:gd name="T63" fmla="*/ 339 h 695"/>
              <a:gd name="T64" fmla="*/ 526 w 695"/>
              <a:gd name="T65" fmla="*/ 339 h 695"/>
              <a:gd name="T66" fmla="*/ 530 w 695"/>
              <a:gd name="T67" fmla="*/ 339 h 695"/>
              <a:gd name="T68" fmla="*/ 535 w 695"/>
              <a:gd name="T69" fmla="*/ 342 h 695"/>
              <a:gd name="T70" fmla="*/ 537 w 695"/>
              <a:gd name="T71" fmla="*/ 346 h 695"/>
              <a:gd name="T72" fmla="*/ 538 w 695"/>
              <a:gd name="T73" fmla="*/ 350 h 695"/>
              <a:gd name="T74" fmla="*/ 537 w 695"/>
              <a:gd name="T75" fmla="*/ 356 h 695"/>
              <a:gd name="T76" fmla="*/ 535 w 695"/>
              <a:gd name="T77" fmla="*/ 359 h 695"/>
              <a:gd name="T78" fmla="*/ 530 w 695"/>
              <a:gd name="T79" fmla="*/ 361 h 695"/>
              <a:gd name="T80" fmla="*/ 526 w 695"/>
              <a:gd name="T81" fmla="*/ 362 h 695"/>
              <a:gd name="T82" fmla="*/ 683 w 695"/>
              <a:gd name="T83" fmla="*/ 0 h 695"/>
              <a:gd name="T84" fmla="*/ 12 w 695"/>
              <a:gd name="T85" fmla="*/ 0 h 695"/>
              <a:gd name="T86" fmla="*/ 8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8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2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2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526" y="362"/>
                </a:moveTo>
                <a:lnTo>
                  <a:pt x="359" y="362"/>
                </a:lnTo>
                <a:lnTo>
                  <a:pt x="359" y="531"/>
                </a:lnTo>
                <a:lnTo>
                  <a:pt x="359" y="537"/>
                </a:lnTo>
                <a:lnTo>
                  <a:pt x="356" y="540"/>
                </a:lnTo>
                <a:lnTo>
                  <a:pt x="353" y="542"/>
                </a:lnTo>
                <a:lnTo>
                  <a:pt x="348" y="543"/>
                </a:lnTo>
                <a:lnTo>
                  <a:pt x="343" y="542"/>
                </a:lnTo>
                <a:lnTo>
                  <a:pt x="339" y="540"/>
                </a:lnTo>
                <a:lnTo>
                  <a:pt x="337" y="537"/>
                </a:lnTo>
                <a:lnTo>
                  <a:pt x="336" y="531"/>
                </a:lnTo>
                <a:lnTo>
                  <a:pt x="336" y="362"/>
                </a:lnTo>
                <a:lnTo>
                  <a:pt x="164" y="362"/>
                </a:lnTo>
                <a:lnTo>
                  <a:pt x="158" y="361"/>
                </a:lnTo>
                <a:lnTo>
                  <a:pt x="155" y="359"/>
                </a:lnTo>
                <a:lnTo>
                  <a:pt x="153" y="356"/>
                </a:lnTo>
                <a:lnTo>
                  <a:pt x="152" y="350"/>
                </a:lnTo>
                <a:lnTo>
                  <a:pt x="153" y="346"/>
                </a:lnTo>
                <a:lnTo>
                  <a:pt x="155" y="342"/>
                </a:lnTo>
                <a:lnTo>
                  <a:pt x="158" y="339"/>
                </a:lnTo>
                <a:lnTo>
                  <a:pt x="164" y="339"/>
                </a:lnTo>
                <a:lnTo>
                  <a:pt x="336" y="339"/>
                </a:lnTo>
                <a:lnTo>
                  <a:pt x="336" y="170"/>
                </a:lnTo>
                <a:lnTo>
                  <a:pt x="337" y="165"/>
                </a:lnTo>
                <a:lnTo>
                  <a:pt x="339" y="161"/>
                </a:lnTo>
                <a:lnTo>
                  <a:pt x="343" y="159"/>
                </a:lnTo>
                <a:lnTo>
                  <a:pt x="348" y="158"/>
                </a:lnTo>
                <a:lnTo>
                  <a:pt x="353" y="159"/>
                </a:lnTo>
                <a:lnTo>
                  <a:pt x="356" y="161"/>
                </a:lnTo>
                <a:lnTo>
                  <a:pt x="359" y="165"/>
                </a:lnTo>
                <a:lnTo>
                  <a:pt x="359" y="170"/>
                </a:lnTo>
                <a:lnTo>
                  <a:pt x="359" y="339"/>
                </a:lnTo>
                <a:lnTo>
                  <a:pt x="526" y="339"/>
                </a:lnTo>
                <a:lnTo>
                  <a:pt x="530" y="339"/>
                </a:lnTo>
                <a:lnTo>
                  <a:pt x="535" y="342"/>
                </a:lnTo>
                <a:lnTo>
                  <a:pt x="537" y="346"/>
                </a:lnTo>
                <a:lnTo>
                  <a:pt x="538" y="350"/>
                </a:lnTo>
                <a:lnTo>
                  <a:pt x="537" y="356"/>
                </a:lnTo>
                <a:lnTo>
                  <a:pt x="535" y="359"/>
                </a:lnTo>
                <a:lnTo>
                  <a:pt x="530" y="361"/>
                </a:lnTo>
                <a:lnTo>
                  <a:pt x="526" y="362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8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8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2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2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147" name="Figura a mano libera 1839" descr="Indicatore con segno di moltiplicazione. ">
            <a:extLst>
              <a:ext uri="{FF2B5EF4-FFF2-40B4-BE49-F238E27FC236}">
                <a16:creationId xmlns:a16="http://schemas.microsoft.com/office/drawing/2014/main" id="{5CED8A16-6FBE-41A7-9A3B-6220F32B4ED2}"/>
              </a:ext>
            </a:extLst>
          </p:cNvPr>
          <p:cNvSpPr>
            <a:spLocks noEditPoints="1"/>
          </p:cNvSpPr>
          <p:nvPr/>
        </p:nvSpPr>
        <p:spPr bwMode="auto">
          <a:xfrm>
            <a:off x="11058919" y="4382024"/>
            <a:ext cx="276225" cy="276225"/>
          </a:xfrm>
          <a:custGeom>
            <a:avLst/>
            <a:gdLst>
              <a:gd name="T0" fmla="*/ 488 w 695"/>
              <a:gd name="T1" fmla="*/ 471 h 695"/>
              <a:gd name="T2" fmla="*/ 490 w 695"/>
              <a:gd name="T3" fmla="*/ 475 h 695"/>
              <a:gd name="T4" fmla="*/ 491 w 695"/>
              <a:gd name="T5" fmla="*/ 479 h 695"/>
              <a:gd name="T6" fmla="*/ 490 w 695"/>
              <a:gd name="T7" fmla="*/ 484 h 695"/>
              <a:gd name="T8" fmla="*/ 488 w 695"/>
              <a:gd name="T9" fmla="*/ 487 h 695"/>
              <a:gd name="T10" fmla="*/ 483 w 695"/>
              <a:gd name="T11" fmla="*/ 490 h 695"/>
              <a:gd name="T12" fmla="*/ 479 w 695"/>
              <a:gd name="T13" fmla="*/ 490 h 695"/>
              <a:gd name="T14" fmla="*/ 475 w 695"/>
              <a:gd name="T15" fmla="*/ 490 h 695"/>
              <a:gd name="T16" fmla="*/ 471 w 695"/>
              <a:gd name="T17" fmla="*/ 487 h 695"/>
              <a:gd name="T18" fmla="*/ 348 w 695"/>
              <a:gd name="T19" fmla="*/ 365 h 695"/>
              <a:gd name="T20" fmla="*/ 225 w 695"/>
              <a:gd name="T21" fmla="*/ 487 h 695"/>
              <a:gd name="T22" fmla="*/ 221 w 695"/>
              <a:gd name="T23" fmla="*/ 490 h 695"/>
              <a:gd name="T24" fmla="*/ 216 w 695"/>
              <a:gd name="T25" fmla="*/ 490 h 695"/>
              <a:gd name="T26" fmla="*/ 212 w 695"/>
              <a:gd name="T27" fmla="*/ 490 h 695"/>
              <a:gd name="T28" fmla="*/ 207 w 695"/>
              <a:gd name="T29" fmla="*/ 487 h 695"/>
              <a:gd name="T30" fmla="*/ 205 w 695"/>
              <a:gd name="T31" fmla="*/ 483 h 695"/>
              <a:gd name="T32" fmla="*/ 204 w 695"/>
              <a:gd name="T33" fmla="*/ 478 h 695"/>
              <a:gd name="T34" fmla="*/ 205 w 695"/>
              <a:gd name="T35" fmla="*/ 474 h 695"/>
              <a:gd name="T36" fmla="*/ 207 w 695"/>
              <a:gd name="T37" fmla="*/ 471 h 695"/>
              <a:gd name="T38" fmla="*/ 331 w 695"/>
              <a:gd name="T39" fmla="*/ 347 h 695"/>
              <a:gd name="T40" fmla="*/ 207 w 695"/>
              <a:gd name="T41" fmla="*/ 223 h 695"/>
              <a:gd name="T42" fmla="*/ 205 w 695"/>
              <a:gd name="T43" fmla="*/ 220 h 695"/>
              <a:gd name="T44" fmla="*/ 204 w 695"/>
              <a:gd name="T45" fmla="*/ 215 h 695"/>
              <a:gd name="T46" fmla="*/ 205 w 695"/>
              <a:gd name="T47" fmla="*/ 211 h 695"/>
              <a:gd name="T48" fmla="*/ 207 w 695"/>
              <a:gd name="T49" fmla="*/ 207 h 695"/>
              <a:gd name="T50" fmla="*/ 212 w 695"/>
              <a:gd name="T51" fmla="*/ 204 h 695"/>
              <a:gd name="T52" fmla="*/ 216 w 695"/>
              <a:gd name="T53" fmla="*/ 203 h 695"/>
              <a:gd name="T54" fmla="*/ 221 w 695"/>
              <a:gd name="T55" fmla="*/ 204 h 695"/>
              <a:gd name="T56" fmla="*/ 224 w 695"/>
              <a:gd name="T57" fmla="*/ 207 h 695"/>
              <a:gd name="T58" fmla="*/ 348 w 695"/>
              <a:gd name="T59" fmla="*/ 330 h 695"/>
              <a:gd name="T60" fmla="*/ 471 w 695"/>
              <a:gd name="T61" fmla="*/ 207 h 695"/>
              <a:gd name="T62" fmla="*/ 475 w 695"/>
              <a:gd name="T63" fmla="*/ 204 h 695"/>
              <a:gd name="T64" fmla="*/ 479 w 695"/>
              <a:gd name="T65" fmla="*/ 203 h 695"/>
              <a:gd name="T66" fmla="*/ 483 w 695"/>
              <a:gd name="T67" fmla="*/ 204 h 695"/>
              <a:gd name="T68" fmla="*/ 488 w 695"/>
              <a:gd name="T69" fmla="*/ 207 h 695"/>
              <a:gd name="T70" fmla="*/ 490 w 695"/>
              <a:gd name="T71" fmla="*/ 211 h 695"/>
              <a:gd name="T72" fmla="*/ 491 w 695"/>
              <a:gd name="T73" fmla="*/ 215 h 695"/>
              <a:gd name="T74" fmla="*/ 490 w 695"/>
              <a:gd name="T75" fmla="*/ 220 h 695"/>
              <a:gd name="T76" fmla="*/ 488 w 695"/>
              <a:gd name="T77" fmla="*/ 223 h 695"/>
              <a:gd name="T78" fmla="*/ 364 w 695"/>
              <a:gd name="T79" fmla="*/ 347 h 695"/>
              <a:gd name="T80" fmla="*/ 488 w 695"/>
              <a:gd name="T81" fmla="*/ 471 h 695"/>
              <a:gd name="T82" fmla="*/ 683 w 695"/>
              <a:gd name="T83" fmla="*/ 0 h 695"/>
              <a:gd name="T84" fmla="*/ 12 w 695"/>
              <a:gd name="T85" fmla="*/ 0 h 695"/>
              <a:gd name="T86" fmla="*/ 7 w 695"/>
              <a:gd name="T87" fmla="*/ 1 h 695"/>
              <a:gd name="T88" fmla="*/ 4 w 695"/>
              <a:gd name="T89" fmla="*/ 3 h 695"/>
              <a:gd name="T90" fmla="*/ 1 w 695"/>
              <a:gd name="T91" fmla="*/ 7 h 695"/>
              <a:gd name="T92" fmla="*/ 0 w 695"/>
              <a:gd name="T93" fmla="*/ 11 h 695"/>
              <a:gd name="T94" fmla="*/ 0 w 695"/>
              <a:gd name="T95" fmla="*/ 683 h 695"/>
              <a:gd name="T96" fmla="*/ 1 w 695"/>
              <a:gd name="T97" fmla="*/ 687 h 695"/>
              <a:gd name="T98" fmla="*/ 4 w 695"/>
              <a:gd name="T99" fmla="*/ 691 h 695"/>
              <a:gd name="T100" fmla="*/ 7 w 695"/>
              <a:gd name="T101" fmla="*/ 694 h 695"/>
              <a:gd name="T102" fmla="*/ 12 w 695"/>
              <a:gd name="T103" fmla="*/ 695 h 695"/>
              <a:gd name="T104" fmla="*/ 683 w 695"/>
              <a:gd name="T105" fmla="*/ 695 h 695"/>
              <a:gd name="T106" fmla="*/ 688 w 695"/>
              <a:gd name="T107" fmla="*/ 694 h 695"/>
              <a:gd name="T108" fmla="*/ 691 w 695"/>
              <a:gd name="T109" fmla="*/ 691 h 695"/>
              <a:gd name="T110" fmla="*/ 694 w 695"/>
              <a:gd name="T111" fmla="*/ 687 h 695"/>
              <a:gd name="T112" fmla="*/ 695 w 695"/>
              <a:gd name="T113" fmla="*/ 683 h 695"/>
              <a:gd name="T114" fmla="*/ 695 w 695"/>
              <a:gd name="T115" fmla="*/ 11 h 695"/>
              <a:gd name="T116" fmla="*/ 694 w 695"/>
              <a:gd name="T117" fmla="*/ 7 h 695"/>
              <a:gd name="T118" fmla="*/ 691 w 695"/>
              <a:gd name="T119" fmla="*/ 3 h 695"/>
              <a:gd name="T120" fmla="*/ 688 w 695"/>
              <a:gd name="T121" fmla="*/ 1 h 695"/>
              <a:gd name="T122" fmla="*/ 683 w 695"/>
              <a:gd name="T123" fmla="*/ 0 h 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95" h="695">
                <a:moveTo>
                  <a:pt x="488" y="471"/>
                </a:moveTo>
                <a:lnTo>
                  <a:pt x="490" y="475"/>
                </a:lnTo>
                <a:lnTo>
                  <a:pt x="491" y="479"/>
                </a:lnTo>
                <a:lnTo>
                  <a:pt x="490" y="484"/>
                </a:lnTo>
                <a:lnTo>
                  <a:pt x="488" y="487"/>
                </a:lnTo>
                <a:lnTo>
                  <a:pt x="483" y="490"/>
                </a:lnTo>
                <a:lnTo>
                  <a:pt x="479" y="490"/>
                </a:lnTo>
                <a:lnTo>
                  <a:pt x="475" y="490"/>
                </a:lnTo>
                <a:lnTo>
                  <a:pt x="471" y="487"/>
                </a:lnTo>
                <a:lnTo>
                  <a:pt x="348" y="365"/>
                </a:lnTo>
                <a:lnTo>
                  <a:pt x="225" y="487"/>
                </a:lnTo>
                <a:lnTo>
                  <a:pt x="221" y="490"/>
                </a:lnTo>
                <a:lnTo>
                  <a:pt x="216" y="490"/>
                </a:lnTo>
                <a:lnTo>
                  <a:pt x="212" y="490"/>
                </a:lnTo>
                <a:lnTo>
                  <a:pt x="207" y="487"/>
                </a:lnTo>
                <a:lnTo>
                  <a:pt x="205" y="483"/>
                </a:lnTo>
                <a:lnTo>
                  <a:pt x="204" y="478"/>
                </a:lnTo>
                <a:lnTo>
                  <a:pt x="205" y="474"/>
                </a:lnTo>
                <a:lnTo>
                  <a:pt x="207" y="471"/>
                </a:lnTo>
                <a:lnTo>
                  <a:pt x="331" y="347"/>
                </a:lnTo>
                <a:lnTo>
                  <a:pt x="207" y="223"/>
                </a:lnTo>
                <a:lnTo>
                  <a:pt x="205" y="220"/>
                </a:lnTo>
                <a:lnTo>
                  <a:pt x="204" y="215"/>
                </a:lnTo>
                <a:lnTo>
                  <a:pt x="205" y="211"/>
                </a:lnTo>
                <a:lnTo>
                  <a:pt x="207" y="207"/>
                </a:lnTo>
                <a:lnTo>
                  <a:pt x="212" y="204"/>
                </a:lnTo>
                <a:lnTo>
                  <a:pt x="216" y="203"/>
                </a:lnTo>
                <a:lnTo>
                  <a:pt x="221" y="204"/>
                </a:lnTo>
                <a:lnTo>
                  <a:pt x="224" y="207"/>
                </a:lnTo>
                <a:lnTo>
                  <a:pt x="348" y="330"/>
                </a:lnTo>
                <a:lnTo>
                  <a:pt x="471" y="207"/>
                </a:lnTo>
                <a:lnTo>
                  <a:pt x="475" y="204"/>
                </a:lnTo>
                <a:lnTo>
                  <a:pt x="479" y="203"/>
                </a:lnTo>
                <a:lnTo>
                  <a:pt x="483" y="204"/>
                </a:lnTo>
                <a:lnTo>
                  <a:pt x="488" y="207"/>
                </a:lnTo>
                <a:lnTo>
                  <a:pt x="490" y="211"/>
                </a:lnTo>
                <a:lnTo>
                  <a:pt x="491" y="215"/>
                </a:lnTo>
                <a:lnTo>
                  <a:pt x="490" y="220"/>
                </a:lnTo>
                <a:lnTo>
                  <a:pt x="488" y="223"/>
                </a:lnTo>
                <a:lnTo>
                  <a:pt x="364" y="347"/>
                </a:lnTo>
                <a:lnTo>
                  <a:pt x="488" y="471"/>
                </a:lnTo>
                <a:close/>
                <a:moveTo>
                  <a:pt x="683" y="0"/>
                </a:moveTo>
                <a:lnTo>
                  <a:pt x="12" y="0"/>
                </a:lnTo>
                <a:lnTo>
                  <a:pt x="7" y="1"/>
                </a:lnTo>
                <a:lnTo>
                  <a:pt x="4" y="3"/>
                </a:lnTo>
                <a:lnTo>
                  <a:pt x="1" y="7"/>
                </a:lnTo>
                <a:lnTo>
                  <a:pt x="0" y="11"/>
                </a:lnTo>
                <a:lnTo>
                  <a:pt x="0" y="683"/>
                </a:lnTo>
                <a:lnTo>
                  <a:pt x="1" y="687"/>
                </a:lnTo>
                <a:lnTo>
                  <a:pt x="4" y="691"/>
                </a:lnTo>
                <a:lnTo>
                  <a:pt x="7" y="694"/>
                </a:lnTo>
                <a:lnTo>
                  <a:pt x="12" y="695"/>
                </a:lnTo>
                <a:lnTo>
                  <a:pt x="683" y="695"/>
                </a:lnTo>
                <a:lnTo>
                  <a:pt x="688" y="694"/>
                </a:lnTo>
                <a:lnTo>
                  <a:pt x="691" y="691"/>
                </a:lnTo>
                <a:lnTo>
                  <a:pt x="694" y="687"/>
                </a:lnTo>
                <a:lnTo>
                  <a:pt x="695" y="683"/>
                </a:lnTo>
                <a:lnTo>
                  <a:pt x="695" y="11"/>
                </a:lnTo>
                <a:lnTo>
                  <a:pt x="694" y="7"/>
                </a:lnTo>
                <a:lnTo>
                  <a:pt x="691" y="3"/>
                </a:lnTo>
                <a:lnTo>
                  <a:pt x="688" y="1"/>
                </a:lnTo>
                <a:lnTo>
                  <a:pt x="683" y="0"/>
                </a:lnTo>
                <a:close/>
              </a:path>
            </a:pathLst>
          </a:custGeom>
          <a:solidFill>
            <a:srgbClr val="62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sp>
        <p:nvSpPr>
          <p:cNvPr id="148" name="Rettangolo 147">
            <a:extLst>
              <a:ext uri="{FF2B5EF4-FFF2-40B4-BE49-F238E27FC236}">
                <a16:creationId xmlns:a16="http://schemas.microsoft.com/office/drawing/2014/main" id="{2809A67D-EE6E-45D1-AA73-B11A0B4F2508}"/>
              </a:ext>
            </a:extLst>
          </p:cNvPr>
          <p:cNvSpPr/>
          <p:nvPr/>
        </p:nvSpPr>
        <p:spPr>
          <a:xfrm>
            <a:off x="3276600" y="5537091"/>
            <a:ext cx="8075613" cy="64633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rtl="0"/>
            <a:r>
              <a:rPr lang="it-IT" sz="1400" dirty="0"/>
              <a:t>“</a:t>
            </a:r>
            <a:r>
              <a:rPr lang="it-IT" sz="1400" dirty="0" err="1"/>
              <a:t>Lorem</a:t>
            </a:r>
            <a:r>
              <a:rPr lang="it-IT" sz="1400" dirty="0"/>
              <a:t> </a:t>
            </a:r>
            <a:r>
              <a:rPr lang="it-IT" sz="1400" dirty="0" err="1"/>
              <a:t>ipsum</a:t>
            </a:r>
            <a:r>
              <a:rPr lang="it-IT" sz="1400" dirty="0"/>
              <a:t> </a:t>
            </a:r>
            <a:r>
              <a:rPr lang="it-IT" sz="1400" dirty="0" err="1"/>
              <a:t>dolor</a:t>
            </a:r>
            <a:r>
              <a:rPr lang="it-IT" sz="1400" dirty="0"/>
              <a:t> </a:t>
            </a:r>
            <a:r>
              <a:rPr lang="it-IT" sz="1400" dirty="0" err="1"/>
              <a:t>sit</a:t>
            </a:r>
            <a:r>
              <a:rPr lang="it-IT" sz="1400" dirty="0"/>
              <a:t> </a:t>
            </a:r>
            <a:r>
              <a:rPr lang="it-IT" sz="1400" dirty="0" err="1"/>
              <a:t>amet</a:t>
            </a:r>
            <a:r>
              <a:rPr lang="it-IT" sz="1400" dirty="0"/>
              <a:t>, </a:t>
            </a:r>
            <a:r>
              <a:rPr lang="it-IT" sz="1400" dirty="0" err="1"/>
              <a:t>consectetur</a:t>
            </a:r>
            <a:r>
              <a:rPr lang="it-IT" sz="1400" dirty="0"/>
              <a:t> </a:t>
            </a:r>
            <a:r>
              <a:rPr lang="it-IT" sz="1400" dirty="0" err="1"/>
              <a:t>adipiscing</a:t>
            </a:r>
            <a:r>
              <a:rPr lang="it-IT" sz="1400" dirty="0"/>
              <a:t> </a:t>
            </a:r>
            <a:r>
              <a:rPr lang="it-IT" sz="1400" dirty="0" err="1"/>
              <a:t>elit</a:t>
            </a:r>
            <a:r>
              <a:rPr lang="it-IT" sz="1400" dirty="0"/>
              <a:t>. </a:t>
            </a:r>
            <a:r>
              <a:rPr lang="it-IT" sz="1400" dirty="0" err="1"/>
              <a:t>Duis</a:t>
            </a:r>
            <a:r>
              <a:rPr lang="it-IT" sz="1400" dirty="0"/>
              <a:t> </a:t>
            </a:r>
            <a:r>
              <a:rPr lang="it-IT" sz="1400" dirty="0" err="1"/>
              <a:t>suscipit</a:t>
            </a:r>
            <a:r>
              <a:rPr lang="it-IT" sz="1400" dirty="0"/>
              <a:t> in </a:t>
            </a:r>
            <a:r>
              <a:rPr lang="it-IT" sz="1400" dirty="0" err="1"/>
              <a:t>tellus</a:t>
            </a:r>
            <a:r>
              <a:rPr lang="it-IT" sz="1400" dirty="0"/>
              <a:t> </a:t>
            </a:r>
            <a:r>
              <a:rPr lang="it-IT" sz="1400" dirty="0" err="1"/>
              <a:t>ac</a:t>
            </a:r>
            <a:r>
              <a:rPr lang="it-IT" sz="1400" dirty="0"/>
              <a:t> </a:t>
            </a:r>
            <a:r>
              <a:rPr lang="it-IT" sz="1400" dirty="0" err="1"/>
              <a:t>bibendum</a:t>
            </a:r>
            <a:r>
              <a:rPr lang="it-IT" sz="1400" dirty="0"/>
              <a:t>. </a:t>
            </a:r>
            <a:r>
              <a:rPr lang="it-IT" sz="1400" dirty="0" err="1"/>
              <a:t>Sed</a:t>
            </a:r>
            <a:r>
              <a:rPr lang="it-IT" sz="1400" dirty="0"/>
              <a:t> </a:t>
            </a:r>
            <a:r>
              <a:rPr lang="it-IT" sz="1400" dirty="0" err="1"/>
              <a:t>congue</a:t>
            </a:r>
            <a:r>
              <a:rPr lang="it-IT" sz="1400" dirty="0"/>
              <a:t> </a:t>
            </a:r>
            <a:r>
              <a:rPr lang="it-IT" sz="1400" dirty="0" err="1"/>
              <a:t>lacus</a:t>
            </a:r>
            <a:r>
              <a:rPr lang="it-IT" sz="1400" dirty="0"/>
              <a:t> vitae </a:t>
            </a:r>
            <a:r>
              <a:rPr lang="it-IT" sz="1400" dirty="0" err="1"/>
              <a:t>tellus</a:t>
            </a:r>
            <a:r>
              <a:rPr lang="it-IT" sz="1400" dirty="0"/>
              <a:t> </a:t>
            </a:r>
            <a:r>
              <a:rPr lang="it-IT" sz="1400" dirty="0" err="1"/>
              <a:t>finibus</a:t>
            </a:r>
            <a:r>
              <a:rPr lang="it-IT" sz="1400" dirty="0"/>
              <a:t>, </a:t>
            </a:r>
            <a:r>
              <a:rPr lang="it-IT" sz="1400" dirty="0" err="1"/>
              <a:t>eu</a:t>
            </a:r>
            <a:r>
              <a:rPr lang="it-IT" sz="1400" dirty="0"/>
              <a:t> </a:t>
            </a:r>
            <a:r>
              <a:rPr lang="it-IT" sz="1400" dirty="0" err="1"/>
              <a:t>faucibus</a:t>
            </a:r>
            <a:r>
              <a:rPr lang="it-IT" sz="1400" dirty="0"/>
              <a:t> </a:t>
            </a:r>
            <a:r>
              <a:rPr lang="it-IT" sz="1400" dirty="0" err="1"/>
              <a:t>nisi</a:t>
            </a:r>
            <a:r>
              <a:rPr lang="it-IT" sz="1400" dirty="0"/>
              <a:t> </a:t>
            </a:r>
            <a:r>
              <a:rPr lang="it-IT" sz="1400" dirty="0" err="1"/>
              <a:t>ullamcorper</a:t>
            </a:r>
            <a:r>
              <a:rPr lang="it-IT" sz="1400" dirty="0"/>
              <a:t>. </a:t>
            </a:r>
            <a:r>
              <a:rPr lang="it-IT" sz="1400" dirty="0" err="1"/>
              <a:t>Quisque</a:t>
            </a:r>
            <a:r>
              <a:rPr lang="it-IT" sz="1400" dirty="0"/>
              <a:t> </a:t>
            </a:r>
            <a:r>
              <a:rPr lang="it-IT" sz="1400" dirty="0" err="1"/>
              <a:t>volutpat</a:t>
            </a:r>
            <a:r>
              <a:rPr lang="it-IT" sz="1400" dirty="0"/>
              <a:t> </a:t>
            </a:r>
            <a:r>
              <a:rPr lang="it-IT" sz="1400" dirty="0" err="1"/>
              <a:t>leo</a:t>
            </a:r>
            <a:r>
              <a:rPr lang="it-IT" sz="1400" dirty="0"/>
              <a:t> </a:t>
            </a:r>
            <a:r>
              <a:rPr lang="it-IT" sz="1400" dirty="0" err="1"/>
              <a:t>at</a:t>
            </a:r>
            <a:r>
              <a:rPr lang="it-IT" sz="1400" dirty="0"/>
              <a:t> </a:t>
            </a:r>
            <a:r>
              <a:rPr lang="it-IT" sz="1400" dirty="0" err="1"/>
              <a:t>arcu</a:t>
            </a:r>
            <a:r>
              <a:rPr lang="it-IT" sz="1400" dirty="0"/>
              <a:t> </a:t>
            </a:r>
            <a:r>
              <a:rPr lang="it-IT" sz="1400" dirty="0" err="1"/>
              <a:t>placerat</a:t>
            </a:r>
            <a:r>
              <a:rPr lang="it-IT" sz="1400" dirty="0"/>
              <a:t>, </a:t>
            </a:r>
            <a:r>
              <a:rPr lang="it-IT" sz="1400" dirty="0" err="1"/>
              <a:t>quis</a:t>
            </a:r>
            <a:r>
              <a:rPr lang="it-IT" sz="1400" dirty="0"/>
              <a:t> </a:t>
            </a:r>
            <a:r>
              <a:rPr lang="it-IT" sz="1400" dirty="0" err="1"/>
              <a:t>pellentesque</a:t>
            </a:r>
            <a:r>
              <a:rPr lang="it-IT" sz="1400" dirty="0"/>
              <a:t> </a:t>
            </a:r>
            <a:r>
              <a:rPr lang="it-IT" sz="1400" dirty="0" err="1"/>
              <a:t>tellus</a:t>
            </a:r>
            <a:r>
              <a:rPr lang="it-IT" sz="1400" dirty="0"/>
              <a:t> </a:t>
            </a:r>
            <a:r>
              <a:rPr lang="it-IT" sz="1400" dirty="0" err="1"/>
              <a:t>bibendum</a:t>
            </a:r>
            <a:r>
              <a:rPr lang="it-IT" sz="1400" dirty="0"/>
              <a:t>. </a:t>
            </a:r>
            <a:r>
              <a:rPr lang="it-IT" sz="1400" dirty="0" err="1"/>
              <a:t>Proin</a:t>
            </a:r>
            <a:r>
              <a:rPr lang="it-IT" sz="1400" dirty="0"/>
              <a:t> et </a:t>
            </a:r>
            <a:r>
              <a:rPr lang="it-IT" sz="1400" dirty="0" err="1"/>
              <a:t>luctus</a:t>
            </a:r>
            <a:r>
              <a:rPr lang="it-IT" sz="1400" dirty="0"/>
              <a:t> </a:t>
            </a:r>
            <a:r>
              <a:rPr lang="it-IT" sz="1400" dirty="0" err="1"/>
              <a:t>nisl</a:t>
            </a:r>
            <a:r>
              <a:rPr lang="it-IT" sz="1400" dirty="0"/>
              <a:t>, ut viverra eros. </a:t>
            </a:r>
            <a:r>
              <a:rPr lang="it-IT" sz="1400" dirty="0" err="1"/>
              <a:t>Suspendisse</a:t>
            </a:r>
            <a:r>
              <a:rPr lang="it-IT" sz="1400" dirty="0"/>
              <a:t> </a:t>
            </a:r>
            <a:r>
              <a:rPr lang="it-IT" sz="1400" dirty="0" err="1"/>
              <a:t>pharetra</a:t>
            </a:r>
            <a:r>
              <a:rPr lang="it-IT" sz="1400" dirty="0"/>
              <a:t> </a:t>
            </a:r>
            <a:r>
              <a:rPr lang="it-IT" sz="1400" dirty="0" err="1"/>
              <a:t>mattis</a:t>
            </a:r>
            <a:r>
              <a:rPr lang="it-IT" sz="1400" dirty="0"/>
              <a:t> </a:t>
            </a:r>
            <a:r>
              <a:rPr lang="it-IT" sz="1400" dirty="0" err="1"/>
              <a:t>purus</a:t>
            </a:r>
            <a:r>
              <a:rPr lang="it-IT" sz="1400" dirty="0"/>
              <a:t> </a:t>
            </a:r>
            <a:r>
              <a:rPr lang="it-IT" sz="1400" dirty="0" err="1"/>
              <a:t>eu</a:t>
            </a:r>
            <a:r>
              <a:rPr lang="it-IT" sz="1400" dirty="0"/>
              <a:t>.”</a:t>
            </a:r>
          </a:p>
        </p:txBody>
      </p:sp>
      <p:cxnSp>
        <p:nvCxnSpPr>
          <p:cNvPr id="149" name="Connettore diritto 148">
            <a:extLst>
              <a:ext uri="{FF2B5EF4-FFF2-40B4-BE49-F238E27FC236}">
                <a16:creationId xmlns:a16="http://schemas.microsoft.com/office/drawing/2014/main" id="{A3D7D3F3-ED08-4CA9-8310-32E50A7B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987283" y="5462588"/>
            <a:ext cx="0" cy="795337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ttangolo 149">
            <a:extLst>
              <a:ext uri="{FF2B5EF4-FFF2-40B4-BE49-F238E27FC236}">
                <a16:creationId xmlns:a16="http://schemas.microsoft.com/office/drawing/2014/main" id="{82D6D7C7-ED2D-4325-93B0-EE2B9C2B2CF7}"/>
              </a:ext>
            </a:extLst>
          </p:cNvPr>
          <p:cNvSpPr/>
          <p:nvPr/>
        </p:nvSpPr>
        <p:spPr>
          <a:xfrm>
            <a:off x="533406" y="5644812"/>
            <a:ext cx="2331714" cy="43088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it-IT" sz="2800" b="1" dirty="0">
                <a:solidFill>
                  <a:schemeClr val="accent3">
                    <a:lumMod val="75000"/>
                  </a:schemeClr>
                </a:solidFill>
                <a:latin typeface="+mj-lt"/>
                <a:cs typeface="Segoe UI" panose="020B0502040204020203" pitchFamily="34" charset="0"/>
              </a:rPr>
              <a:t>5.980.650,32</a:t>
            </a:r>
          </a:p>
        </p:txBody>
      </p:sp>
    </p:spTree>
    <p:extLst>
      <p:ext uri="{BB962C8B-B14F-4D97-AF65-F5344CB8AC3E}">
        <p14:creationId xmlns:p14="http://schemas.microsoft.com/office/powerpoint/2010/main" val="875445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 hidden="1">
            <a:extLst>
              <a:ext uri="{FF2B5EF4-FFF2-40B4-BE49-F238E27FC236}">
                <a16:creationId xmlns:a16="http://schemas.microsoft.com/office/drawing/2014/main" id="{A588A72A-976E-478A-9DD3-765AB3ED4C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 8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Analisi del progetto</a:t>
            </a:r>
            <a:b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tangolo: Angoli arrotondati 1">
            <a:extLst>
              <a:ext uri="{FF2B5EF4-FFF2-40B4-BE49-F238E27FC236}">
                <a16:creationId xmlns:a16="http://schemas.microsoft.com/office/drawing/2014/main" id="{3C1CAF08-13B9-48BA-A271-8CE5B568A664}"/>
              </a:ext>
            </a:extLst>
          </p:cNvPr>
          <p:cNvSpPr/>
          <p:nvPr/>
        </p:nvSpPr>
        <p:spPr>
          <a:xfrm>
            <a:off x="1230086" y="1347561"/>
            <a:ext cx="4967514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b="1" dirty="0">
                <a:latin typeface="+mj-lt"/>
              </a:rPr>
              <a:t>POSITIVI</a:t>
            </a:r>
          </a:p>
        </p:txBody>
      </p:sp>
      <p:sp>
        <p:nvSpPr>
          <p:cNvPr id="26" name="Rettangolo: Angoli arrotondati 25">
            <a:extLst>
              <a:ext uri="{FF2B5EF4-FFF2-40B4-BE49-F238E27FC236}">
                <a16:creationId xmlns:a16="http://schemas.microsoft.com/office/drawing/2014/main" id="{D1B1E083-D07C-4934-9782-F7CCA3539ACF}"/>
              </a:ext>
            </a:extLst>
          </p:cNvPr>
          <p:cNvSpPr/>
          <p:nvPr/>
        </p:nvSpPr>
        <p:spPr>
          <a:xfrm>
            <a:off x="6313716" y="1347561"/>
            <a:ext cx="4967514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b="1" dirty="0">
                <a:latin typeface="+mj-lt"/>
              </a:rPr>
              <a:t>NEGATIVI</a:t>
            </a:r>
          </a:p>
        </p:txBody>
      </p:sp>
      <p:sp>
        <p:nvSpPr>
          <p:cNvPr id="27" name="Rettangolo: Angoli arrotondati 26">
            <a:extLst>
              <a:ext uri="{FF2B5EF4-FFF2-40B4-BE49-F238E27FC236}">
                <a16:creationId xmlns:a16="http://schemas.microsoft.com/office/drawing/2014/main" id="{EBD06280-71F4-4832-A31C-772537FAE929}"/>
              </a:ext>
            </a:extLst>
          </p:cNvPr>
          <p:cNvSpPr/>
          <p:nvPr/>
        </p:nvSpPr>
        <p:spPr>
          <a:xfrm rot="16200000">
            <a:off x="-106838" y="4864308"/>
            <a:ext cx="1972763" cy="664797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b="1" dirty="0">
                <a:latin typeface="+mj-lt"/>
              </a:rPr>
              <a:t>ESTERNI</a:t>
            </a:r>
          </a:p>
        </p:txBody>
      </p:sp>
      <p:sp>
        <p:nvSpPr>
          <p:cNvPr id="28" name="Rettangolo: Angoli arrotondati 27">
            <a:extLst>
              <a:ext uri="{FF2B5EF4-FFF2-40B4-BE49-F238E27FC236}">
                <a16:creationId xmlns:a16="http://schemas.microsoft.com/office/drawing/2014/main" id="{C917D965-B5BB-41DC-BB5E-C27AF802DD50}"/>
              </a:ext>
            </a:extLst>
          </p:cNvPr>
          <p:cNvSpPr/>
          <p:nvPr/>
        </p:nvSpPr>
        <p:spPr>
          <a:xfrm rot="16200000">
            <a:off x="-106838" y="2758556"/>
            <a:ext cx="1972763" cy="664797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it-IT" b="1" dirty="0">
                <a:latin typeface="+mj-lt"/>
              </a:rPr>
              <a:t>INTERNI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CBC1BB2-55FC-4E8F-A171-32FAA82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85888" y="4143831"/>
            <a:ext cx="989534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B31A2EAE-EBE4-4CB7-9D0A-105837E80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55658" y="2104573"/>
            <a:ext cx="0" cy="407851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ttangolo 37">
            <a:extLst>
              <a:ext uri="{FF2B5EF4-FFF2-40B4-BE49-F238E27FC236}">
                <a16:creationId xmlns:a16="http://schemas.microsoft.com/office/drawing/2014/main" id="{5ECF613A-FCF5-4CC5-AA46-DABB088D7230}"/>
              </a:ext>
            </a:extLst>
          </p:cNvPr>
          <p:cNvSpPr/>
          <p:nvPr/>
        </p:nvSpPr>
        <p:spPr>
          <a:xfrm>
            <a:off x="1632408" y="2604468"/>
            <a:ext cx="4162870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 rtl="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  <a:p>
            <a:pPr marL="171450" indent="-171450" rtl="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5842CE6B-862D-4B18-B10B-3436A7D24058}"/>
              </a:ext>
            </a:extLst>
          </p:cNvPr>
          <p:cNvSpPr/>
          <p:nvPr/>
        </p:nvSpPr>
        <p:spPr>
          <a:xfrm>
            <a:off x="6716039" y="2604468"/>
            <a:ext cx="4162870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 rtl="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  <a:p>
            <a:pPr marL="171450" indent="-171450" rtl="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D130C0AE-B52E-4C65-A461-AD2F7D2362DE}"/>
              </a:ext>
            </a:extLst>
          </p:cNvPr>
          <p:cNvSpPr/>
          <p:nvPr/>
        </p:nvSpPr>
        <p:spPr>
          <a:xfrm>
            <a:off x="1632408" y="4710220"/>
            <a:ext cx="4162870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 rtl="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  <a:p>
            <a:pPr marL="171450" indent="-171450" rtl="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6E783ACB-62DF-4DA3-9240-822BAEA78497}"/>
              </a:ext>
            </a:extLst>
          </p:cNvPr>
          <p:cNvSpPr/>
          <p:nvPr/>
        </p:nvSpPr>
        <p:spPr>
          <a:xfrm>
            <a:off x="6716039" y="4710220"/>
            <a:ext cx="4162870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 rtl="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  <a:p>
            <a:pPr marL="171450" indent="-171450" rtl="0">
              <a:spcBef>
                <a:spcPts val="1200"/>
              </a:spcBef>
              <a:buClr>
                <a:schemeClr val="tx2"/>
              </a:buClr>
              <a:buFont typeface="Segoe UI Light" panose="020B0502040204020203" pitchFamily="34" charset="0"/>
              <a:buChar char="›"/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do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eiusmod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tempor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incididunt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6173DD7D-A9F5-4D7E-A942-64AE3F48B264}"/>
              </a:ext>
            </a:extLst>
          </p:cNvPr>
          <p:cNvSpPr/>
          <p:nvPr/>
        </p:nvSpPr>
        <p:spPr>
          <a:xfrm>
            <a:off x="1632399" y="2198171"/>
            <a:ext cx="4162870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it-IT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PUNTI DI FORZA</a:t>
            </a:r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95967C4C-72D9-469E-BB08-F31A36FBD11D}"/>
              </a:ext>
            </a:extLst>
          </p:cNvPr>
          <p:cNvSpPr/>
          <p:nvPr/>
        </p:nvSpPr>
        <p:spPr>
          <a:xfrm>
            <a:off x="6716039" y="2198171"/>
            <a:ext cx="4162870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it-IT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PUNTI DEBOLI</a:t>
            </a: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A2A2A928-93BB-46FE-9683-5A5BAADF87B3}"/>
              </a:ext>
            </a:extLst>
          </p:cNvPr>
          <p:cNvSpPr/>
          <p:nvPr/>
        </p:nvSpPr>
        <p:spPr>
          <a:xfrm>
            <a:off x="1632399" y="4303915"/>
            <a:ext cx="4162870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it-IT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OPPORTUNITÀ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D84D1B01-F5DB-4D77-80D5-5CACEA0F7047}"/>
              </a:ext>
            </a:extLst>
          </p:cNvPr>
          <p:cNvSpPr/>
          <p:nvPr/>
        </p:nvSpPr>
        <p:spPr>
          <a:xfrm>
            <a:off x="6716039" y="4303915"/>
            <a:ext cx="4162870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/>
            <a:r>
              <a:rPr lang="it-IT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MINACCIA</a:t>
            </a:r>
          </a:p>
        </p:txBody>
      </p:sp>
    </p:spTree>
    <p:extLst>
      <p:ext uri="{BB962C8B-B14F-4D97-AF65-F5344CB8AC3E}">
        <p14:creationId xmlns:p14="http://schemas.microsoft.com/office/powerpoint/2010/main" val="727364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 hidden="1">
            <a:extLst>
              <a:ext uri="{FF2B5EF4-FFF2-40B4-BE49-F238E27FC236}">
                <a16:creationId xmlns:a16="http://schemas.microsoft.com/office/drawing/2014/main" id="{7C70995F-D8C5-410A-AA8B-1EE172A294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diapositiva10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Analisi del progetto</a:t>
            </a:r>
            <a:b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it-I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Grafico 3" descr="Questa immagine è un grafico a barre. ">
            <a:extLst>
              <a:ext uri="{FF2B5EF4-FFF2-40B4-BE49-F238E27FC236}">
                <a16:creationId xmlns:a16="http://schemas.microsoft.com/office/drawing/2014/main" id="{8B833BE5-F2DA-4155-B25C-866FA190EF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2441364"/>
              </p:ext>
            </p:extLst>
          </p:nvPr>
        </p:nvGraphicFramePr>
        <p:xfrm>
          <a:off x="522777" y="1511874"/>
          <a:ext cx="6551476" cy="43676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ttangolo 9">
            <a:extLst>
              <a:ext uri="{FF2B5EF4-FFF2-40B4-BE49-F238E27FC236}">
                <a16:creationId xmlns:a16="http://schemas.microsoft.com/office/drawing/2014/main" id="{1A997C66-4ED4-4017-9439-1D07ED31D783}"/>
              </a:ext>
            </a:extLst>
          </p:cNvPr>
          <p:cNvSpPr/>
          <p:nvPr/>
        </p:nvSpPr>
        <p:spPr>
          <a:xfrm>
            <a:off x="7400925" y="2026444"/>
            <a:ext cx="4268298" cy="710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Duis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suscipit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in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tellus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ac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bibendum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congue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lacus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vitae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tellus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finibus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eu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faucibus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nisi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ullamcorper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90C1A7A-78BB-48B4-B5CE-2B9C34E5E67B}"/>
              </a:ext>
            </a:extLst>
          </p:cNvPr>
          <p:cNvSpPr/>
          <p:nvPr/>
        </p:nvSpPr>
        <p:spPr>
          <a:xfrm>
            <a:off x="7400925" y="3546456"/>
            <a:ext cx="4268298" cy="710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Duis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suscipit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in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tellus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ac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bibendum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congue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lacus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vitae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tellus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finibus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eu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faucibus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nisi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ullamcorper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53CF038C-66AF-4E81-9068-703EC0088620}"/>
              </a:ext>
            </a:extLst>
          </p:cNvPr>
          <p:cNvSpPr/>
          <p:nvPr/>
        </p:nvSpPr>
        <p:spPr>
          <a:xfrm>
            <a:off x="7400925" y="5066469"/>
            <a:ext cx="4268298" cy="710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Lorem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ipsum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dolor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amet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consectetur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adipiscing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elit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Duis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suscipit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in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tellus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ac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bibendum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Sed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congue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lacus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vitae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tellus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finibus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eu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faucibus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nisi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ullamcorper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15" name="Figura a mano libera 931" descr="Icona di grafico a linee.">
            <a:extLst>
              <a:ext uri="{FF2B5EF4-FFF2-40B4-BE49-F238E27FC236}">
                <a16:creationId xmlns:a16="http://schemas.microsoft.com/office/drawing/2014/main" id="{D6E99607-03B7-41E5-AD6F-79DCFC17E713}"/>
              </a:ext>
            </a:extLst>
          </p:cNvPr>
          <p:cNvSpPr>
            <a:spLocks noEditPoints="1"/>
          </p:cNvSpPr>
          <p:nvPr/>
        </p:nvSpPr>
        <p:spPr bwMode="auto">
          <a:xfrm>
            <a:off x="9425537" y="1614222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it-IT" dirty="0"/>
          </a:p>
        </p:txBody>
      </p:sp>
      <p:grpSp>
        <p:nvGrpSpPr>
          <p:cNvPr id="16" name="Gruppo 15" descr="Questa immagine è un'icona di quattro fogli di carta. ">
            <a:extLst>
              <a:ext uri="{FF2B5EF4-FFF2-40B4-BE49-F238E27FC236}">
                <a16:creationId xmlns:a16="http://schemas.microsoft.com/office/drawing/2014/main" id="{6071F41E-4B08-43F7-BBE7-4A555CA73C1B}"/>
              </a:ext>
            </a:extLst>
          </p:cNvPr>
          <p:cNvGrpSpPr/>
          <p:nvPr/>
        </p:nvGrpSpPr>
        <p:grpSpPr>
          <a:xfrm>
            <a:off x="9415218" y="4652698"/>
            <a:ext cx="239712" cy="285750"/>
            <a:chOff x="5494338" y="1370013"/>
            <a:chExt cx="239712" cy="285750"/>
          </a:xfrm>
          <a:solidFill>
            <a:schemeClr val="accent4">
              <a:lumMod val="75000"/>
            </a:schemeClr>
          </a:solidFill>
        </p:grpSpPr>
        <p:sp>
          <p:nvSpPr>
            <p:cNvPr id="17" name="Figura a mano libera 961">
              <a:extLst>
                <a:ext uri="{FF2B5EF4-FFF2-40B4-BE49-F238E27FC236}">
                  <a16:creationId xmlns:a16="http://schemas.microsoft.com/office/drawing/2014/main" id="{A4A2E5CB-F1CB-4509-8FE7-B24010CB57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8" name="Figura a mano libera 962">
              <a:extLst>
                <a:ext uri="{FF2B5EF4-FFF2-40B4-BE49-F238E27FC236}">
                  <a16:creationId xmlns:a16="http://schemas.microsoft.com/office/drawing/2014/main" id="{644A9833-5FFF-4479-A665-0AEDD8C25D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19" name="Figura a mano libera 963">
              <a:extLst>
                <a:ext uri="{FF2B5EF4-FFF2-40B4-BE49-F238E27FC236}">
                  <a16:creationId xmlns:a16="http://schemas.microsoft.com/office/drawing/2014/main" id="{A6452485-9CCD-4979-A80D-5838A64ED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20" name="Figura a mano libera 964">
              <a:extLst>
                <a:ext uri="{FF2B5EF4-FFF2-40B4-BE49-F238E27FC236}">
                  <a16:creationId xmlns:a16="http://schemas.microsoft.com/office/drawing/2014/main" id="{5FFD2F41-7C2C-45FD-8108-197BFC996F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  <p:grpSp>
        <p:nvGrpSpPr>
          <p:cNvPr id="21" name="Gruppo 20" descr="Questa immagine è un'icona di due fogli di carta. ">
            <a:extLst>
              <a:ext uri="{FF2B5EF4-FFF2-40B4-BE49-F238E27FC236}">
                <a16:creationId xmlns:a16="http://schemas.microsoft.com/office/drawing/2014/main" id="{411839F8-FB7F-4D1C-9734-BE03FFF894B2}"/>
              </a:ext>
            </a:extLst>
          </p:cNvPr>
          <p:cNvGrpSpPr/>
          <p:nvPr/>
        </p:nvGrpSpPr>
        <p:grpSpPr>
          <a:xfrm>
            <a:off x="9391405" y="3139847"/>
            <a:ext cx="287338" cy="285750"/>
            <a:chOff x="4319588" y="1370013"/>
            <a:chExt cx="287338" cy="285750"/>
          </a:xfrm>
          <a:solidFill>
            <a:schemeClr val="accent3">
              <a:lumMod val="75000"/>
            </a:schemeClr>
          </a:solidFill>
        </p:grpSpPr>
        <p:sp>
          <p:nvSpPr>
            <p:cNvPr id="22" name="Figura a mano libera 1084">
              <a:extLst>
                <a:ext uri="{FF2B5EF4-FFF2-40B4-BE49-F238E27FC236}">
                  <a16:creationId xmlns:a16="http://schemas.microsoft.com/office/drawing/2014/main" id="{07EEFD79-9F4F-4E94-94F0-8CD35D7877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9588" y="1370013"/>
              <a:ext cx="161925" cy="209550"/>
            </a:xfrm>
            <a:custGeom>
              <a:avLst/>
              <a:gdLst>
                <a:gd name="T0" fmla="*/ 278 w 410"/>
                <a:gd name="T1" fmla="*/ 133 h 529"/>
                <a:gd name="T2" fmla="*/ 278 w 410"/>
                <a:gd name="T3" fmla="*/ 12 h 529"/>
                <a:gd name="T4" fmla="*/ 398 w 410"/>
                <a:gd name="T5" fmla="*/ 133 h 529"/>
                <a:gd name="T6" fmla="*/ 278 w 410"/>
                <a:gd name="T7" fmla="*/ 133 h 529"/>
                <a:gd name="T8" fmla="*/ 410 w 410"/>
                <a:gd name="T9" fmla="*/ 133 h 529"/>
                <a:gd name="T10" fmla="*/ 409 w 410"/>
                <a:gd name="T11" fmla="*/ 129 h 529"/>
                <a:gd name="T12" fmla="*/ 406 w 410"/>
                <a:gd name="T13" fmla="*/ 123 h 529"/>
                <a:gd name="T14" fmla="*/ 286 w 410"/>
                <a:gd name="T15" fmla="*/ 3 h 529"/>
                <a:gd name="T16" fmla="*/ 282 w 410"/>
                <a:gd name="T17" fmla="*/ 1 h 529"/>
                <a:gd name="T18" fmla="*/ 278 w 410"/>
                <a:gd name="T19" fmla="*/ 0 h 529"/>
                <a:gd name="T20" fmla="*/ 12 w 410"/>
                <a:gd name="T21" fmla="*/ 0 h 529"/>
                <a:gd name="T22" fmla="*/ 7 w 410"/>
                <a:gd name="T23" fmla="*/ 1 h 529"/>
                <a:gd name="T24" fmla="*/ 4 w 410"/>
                <a:gd name="T25" fmla="*/ 3 h 529"/>
                <a:gd name="T26" fmla="*/ 1 w 410"/>
                <a:gd name="T27" fmla="*/ 7 h 529"/>
                <a:gd name="T28" fmla="*/ 0 w 410"/>
                <a:gd name="T29" fmla="*/ 12 h 529"/>
                <a:gd name="T30" fmla="*/ 0 w 410"/>
                <a:gd name="T31" fmla="*/ 518 h 529"/>
                <a:gd name="T32" fmla="*/ 1 w 410"/>
                <a:gd name="T33" fmla="*/ 522 h 529"/>
                <a:gd name="T34" fmla="*/ 4 w 410"/>
                <a:gd name="T35" fmla="*/ 526 h 529"/>
                <a:gd name="T36" fmla="*/ 7 w 410"/>
                <a:gd name="T37" fmla="*/ 529 h 529"/>
                <a:gd name="T38" fmla="*/ 12 w 410"/>
                <a:gd name="T39" fmla="*/ 529 h 529"/>
                <a:gd name="T40" fmla="*/ 290 w 410"/>
                <a:gd name="T41" fmla="*/ 529 h 529"/>
                <a:gd name="T42" fmla="*/ 290 w 410"/>
                <a:gd name="T43" fmla="*/ 181 h 529"/>
                <a:gd name="T44" fmla="*/ 290 w 410"/>
                <a:gd name="T45" fmla="*/ 177 h 529"/>
                <a:gd name="T46" fmla="*/ 293 w 410"/>
                <a:gd name="T47" fmla="*/ 172 h 529"/>
                <a:gd name="T48" fmla="*/ 297 w 410"/>
                <a:gd name="T49" fmla="*/ 169 h 529"/>
                <a:gd name="T50" fmla="*/ 301 w 410"/>
                <a:gd name="T51" fmla="*/ 168 h 529"/>
                <a:gd name="T52" fmla="*/ 410 w 410"/>
                <a:gd name="T53" fmla="*/ 168 h 529"/>
                <a:gd name="T54" fmla="*/ 410 w 410"/>
                <a:gd name="T55" fmla="*/ 133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10" h="529">
                  <a:moveTo>
                    <a:pt x="278" y="133"/>
                  </a:moveTo>
                  <a:lnTo>
                    <a:pt x="278" y="12"/>
                  </a:lnTo>
                  <a:lnTo>
                    <a:pt x="398" y="133"/>
                  </a:lnTo>
                  <a:lnTo>
                    <a:pt x="278" y="133"/>
                  </a:lnTo>
                  <a:close/>
                  <a:moveTo>
                    <a:pt x="410" y="133"/>
                  </a:moveTo>
                  <a:lnTo>
                    <a:pt x="409" y="129"/>
                  </a:lnTo>
                  <a:lnTo>
                    <a:pt x="406" y="123"/>
                  </a:lnTo>
                  <a:lnTo>
                    <a:pt x="286" y="3"/>
                  </a:lnTo>
                  <a:lnTo>
                    <a:pt x="282" y="1"/>
                  </a:lnTo>
                  <a:lnTo>
                    <a:pt x="278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4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518"/>
                  </a:lnTo>
                  <a:lnTo>
                    <a:pt x="1" y="522"/>
                  </a:lnTo>
                  <a:lnTo>
                    <a:pt x="4" y="526"/>
                  </a:lnTo>
                  <a:lnTo>
                    <a:pt x="7" y="529"/>
                  </a:lnTo>
                  <a:lnTo>
                    <a:pt x="12" y="529"/>
                  </a:lnTo>
                  <a:lnTo>
                    <a:pt x="290" y="529"/>
                  </a:lnTo>
                  <a:lnTo>
                    <a:pt x="290" y="181"/>
                  </a:lnTo>
                  <a:lnTo>
                    <a:pt x="290" y="177"/>
                  </a:lnTo>
                  <a:lnTo>
                    <a:pt x="293" y="172"/>
                  </a:lnTo>
                  <a:lnTo>
                    <a:pt x="297" y="169"/>
                  </a:lnTo>
                  <a:lnTo>
                    <a:pt x="301" y="168"/>
                  </a:lnTo>
                  <a:lnTo>
                    <a:pt x="410" y="168"/>
                  </a:lnTo>
                  <a:lnTo>
                    <a:pt x="410" y="1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23" name="Figura a mano libera 1085">
              <a:extLst>
                <a:ext uri="{FF2B5EF4-FFF2-40B4-BE49-F238E27FC236}">
                  <a16:creationId xmlns:a16="http://schemas.microsoft.com/office/drawing/2014/main" id="{1EA0DC39-43EE-4E75-8303-A6AAAF344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325" y="1374775"/>
              <a:ext cx="90488" cy="66675"/>
            </a:xfrm>
            <a:custGeom>
              <a:avLst/>
              <a:gdLst>
                <a:gd name="T0" fmla="*/ 2 w 229"/>
                <a:gd name="T1" fmla="*/ 80 h 169"/>
                <a:gd name="T2" fmla="*/ 3 w 229"/>
                <a:gd name="T3" fmla="*/ 82 h 169"/>
                <a:gd name="T4" fmla="*/ 64 w 229"/>
                <a:gd name="T5" fmla="*/ 141 h 169"/>
                <a:gd name="T6" fmla="*/ 73 w 229"/>
                <a:gd name="T7" fmla="*/ 144 h 169"/>
                <a:gd name="T8" fmla="*/ 81 w 229"/>
                <a:gd name="T9" fmla="*/ 141 h 169"/>
                <a:gd name="T10" fmla="*/ 84 w 229"/>
                <a:gd name="T11" fmla="*/ 132 h 169"/>
                <a:gd name="T12" fmla="*/ 81 w 229"/>
                <a:gd name="T13" fmla="*/ 124 h 169"/>
                <a:gd name="T14" fmla="*/ 163 w 229"/>
                <a:gd name="T15" fmla="*/ 85 h 169"/>
                <a:gd name="T16" fmla="*/ 179 w 229"/>
                <a:gd name="T17" fmla="*/ 88 h 169"/>
                <a:gd name="T18" fmla="*/ 192 w 229"/>
                <a:gd name="T19" fmla="*/ 96 h 169"/>
                <a:gd name="T20" fmla="*/ 201 w 229"/>
                <a:gd name="T21" fmla="*/ 107 h 169"/>
                <a:gd name="T22" fmla="*/ 204 w 229"/>
                <a:gd name="T23" fmla="*/ 121 h 169"/>
                <a:gd name="T24" fmla="*/ 205 w 229"/>
                <a:gd name="T25" fmla="*/ 161 h 169"/>
                <a:gd name="T26" fmla="*/ 212 w 229"/>
                <a:gd name="T27" fmla="*/ 168 h 169"/>
                <a:gd name="T28" fmla="*/ 222 w 229"/>
                <a:gd name="T29" fmla="*/ 168 h 169"/>
                <a:gd name="T30" fmla="*/ 228 w 229"/>
                <a:gd name="T31" fmla="*/ 161 h 169"/>
                <a:gd name="T32" fmla="*/ 229 w 229"/>
                <a:gd name="T33" fmla="*/ 121 h 169"/>
                <a:gd name="T34" fmla="*/ 228 w 229"/>
                <a:gd name="T35" fmla="*/ 108 h 169"/>
                <a:gd name="T36" fmla="*/ 223 w 229"/>
                <a:gd name="T37" fmla="*/ 97 h 169"/>
                <a:gd name="T38" fmla="*/ 217 w 229"/>
                <a:gd name="T39" fmla="*/ 87 h 169"/>
                <a:gd name="T40" fmla="*/ 207 w 229"/>
                <a:gd name="T41" fmla="*/ 78 h 169"/>
                <a:gd name="T42" fmla="*/ 187 w 229"/>
                <a:gd name="T43" fmla="*/ 66 h 169"/>
                <a:gd name="T44" fmla="*/ 176 w 229"/>
                <a:gd name="T45" fmla="*/ 63 h 169"/>
                <a:gd name="T46" fmla="*/ 163 w 229"/>
                <a:gd name="T47" fmla="*/ 62 h 169"/>
                <a:gd name="T48" fmla="*/ 81 w 229"/>
                <a:gd name="T49" fmla="*/ 21 h 169"/>
                <a:gd name="T50" fmla="*/ 85 w 229"/>
                <a:gd name="T51" fmla="*/ 13 h 169"/>
                <a:gd name="T52" fmla="*/ 81 w 229"/>
                <a:gd name="T53" fmla="*/ 3 h 169"/>
                <a:gd name="T54" fmla="*/ 73 w 229"/>
                <a:gd name="T55" fmla="*/ 0 h 169"/>
                <a:gd name="T56" fmla="*/ 65 w 229"/>
                <a:gd name="T57" fmla="*/ 3 h 169"/>
                <a:gd name="T58" fmla="*/ 2 w 229"/>
                <a:gd name="T59" fmla="*/ 67 h 169"/>
                <a:gd name="T60" fmla="*/ 0 w 229"/>
                <a:gd name="T61" fmla="*/ 71 h 169"/>
                <a:gd name="T62" fmla="*/ 0 w 229"/>
                <a:gd name="T63" fmla="*/ 73 h 169"/>
                <a:gd name="T64" fmla="*/ 0 w 229"/>
                <a:gd name="T65" fmla="*/ 74 h 169"/>
                <a:gd name="T66" fmla="*/ 1 w 229"/>
                <a:gd name="T67" fmla="*/ 7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9" h="169">
                  <a:moveTo>
                    <a:pt x="1" y="78"/>
                  </a:moveTo>
                  <a:lnTo>
                    <a:pt x="2" y="80"/>
                  </a:lnTo>
                  <a:lnTo>
                    <a:pt x="3" y="82"/>
                  </a:lnTo>
                  <a:lnTo>
                    <a:pt x="3" y="82"/>
                  </a:lnTo>
                  <a:lnTo>
                    <a:pt x="3" y="82"/>
                  </a:lnTo>
                  <a:lnTo>
                    <a:pt x="64" y="141"/>
                  </a:lnTo>
                  <a:lnTo>
                    <a:pt x="68" y="143"/>
                  </a:lnTo>
                  <a:lnTo>
                    <a:pt x="73" y="144"/>
                  </a:lnTo>
                  <a:lnTo>
                    <a:pt x="77" y="143"/>
                  </a:lnTo>
                  <a:lnTo>
                    <a:pt x="81" y="141"/>
                  </a:lnTo>
                  <a:lnTo>
                    <a:pt x="83" y="137"/>
                  </a:lnTo>
                  <a:lnTo>
                    <a:pt x="84" y="132"/>
                  </a:lnTo>
                  <a:lnTo>
                    <a:pt x="83" y="128"/>
                  </a:lnTo>
                  <a:lnTo>
                    <a:pt x="81" y="124"/>
                  </a:lnTo>
                  <a:lnTo>
                    <a:pt x="41" y="85"/>
                  </a:lnTo>
                  <a:lnTo>
                    <a:pt x="163" y="85"/>
                  </a:lnTo>
                  <a:lnTo>
                    <a:pt x="172" y="86"/>
                  </a:lnTo>
                  <a:lnTo>
                    <a:pt x="179" y="88"/>
                  </a:lnTo>
                  <a:lnTo>
                    <a:pt x="186" y="92"/>
                  </a:lnTo>
                  <a:lnTo>
                    <a:pt x="192" y="96"/>
                  </a:lnTo>
                  <a:lnTo>
                    <a:pt x="197" y="102"/>
                  </a:lnTo>
                  <a:lnTo>
                    <a:pt x="201" y="107"/>
                  </a:lnTo>
                  <a:lnTo>
                    <a:pt x="203" y="114"/>
                  </a:lnTo>
                  <a:lnTo>
                    <a:pt x="204" y="121"/>
                  </a:lnTo>
                  <a:lnTo>
                    <a:pt x="204" y="156"/>
                  </a:lnTo>
                  <a:lnTo>
                    <a:pt x="205" y="161"/>
                  </a:lnTo>
                  <a:lnTo>
                    <a:pt x="208" y="166"/>
                  </a:lnTo>
                  <a:lnTo>
                    <a:pt x="212" y="168"/>
                  </a:lnTo>
                  <a:lnTo>
                    <a:pt x="217" y="169"/>
                  </a:lnTo>
                  <a:lnTo>
                    <a:pt x="222" y="168"/>
                  </a:lnTo>
                  <a:lnTo>
                    <a:pt x="226" y="166"/>
                  </a:lnTo>
                  <a:lnTo>
                    <a:pt x="228" y="161"/>
                  </a:lnTo>
                  <a:lnTo>
                    <a:pt x="229" y="156"/>
                  </a:lnTo>
                  <a:lnTo>
                    <a:pt x="229" y="121"/>
                  </a:lnTo>
                  <a:lnTo>
                    <a:pt x="229" y="115"/>
                  </a:lnTo>
                  <a:lnTo>
                    <a:pt x="228" y="108"/>
                  </a:lnTo>
                  <a:lnTo>
                    <a:pt x="226" y="102"/>
                  </a:lnTo>
                  <a:lnTo>
                    <a:pt x="223" y="97"/>
                  </a:lnTo>
                  <a:lnTo>
                    <a:pt x="220" y="92"/>
                  </a:lnTo>
                  <a:lnTo>
                    <a:pt x="217" y="87"/>
                  </a:lnTo>
                  <a:lnTo>
                    <a:pt x="212" y="82"/>
                  </a:lnTo>
                  <a:lnTo>
                    <a:pt x="207" y="78"/>
                  </a:lnTo>
                  <a:lnTo>
                    <a:pt x="197" y="71"/>
                  </a:lnTo>
                  <a:lnTo>
                    <a:pt x="187" y="66"/>
                  </a:lnTo>
                  <a:lnTo>
                    <a:pt x="181" y="64"/>
                  </a:lnTo>
                  <a:lnTo>
                    <a:pt x="176" y="63"/>
                  </a:lnTo>
                  <a:lnTo>
                    <a:pt x="170" y="62"/>
                  </a:lnTo>
                  <a:lnTo>
                    <a:pt x="163" y="62"/>
                  </a:lnTo>
                  <a:lnTo>
                    <a:pt x="41" y="62"/>
                  </a:lnTo>
                  <a:lnTo>
                    <a:pt x="81" y="21"/>
                  </a:lnTo>
                  <a:lnTo>
                    <a:pt x="84" y="17"/>
                  </a:lnTo>
                  <a:lnTo>
                    <a:pt x="85" y="13"/>
                  </a:lnTo>
                  <a:lnTo>
                    <a:pt x="84" y="7"/>
                  </a:lnTo>
                  <a:lnTo>
                    <a:pt x="81" y="3"/>
                  </a:lnTo>
                  <a:lnTo>
                    <a:pt x="77" y="0"/>
                  </a:lnTo>
                  <a:lnTo>
                    <a:pt x="73" y="0"/>
                  </a:lnTo>
                  <a:lnTo>
                    <a:pt x="69" y="0"/>
                  </a:lnTo>
                  <a:lnTo>
                    <a:pt x="65" y="3"/>
                  </a:lnTo>
                  <a:lnTo>
                    <a:pt x="3" y="65"/>
                  </a:lnTo>
                  <a:lnTo>
                    <a:pt x="2" y="67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0" y="72"/>
                  </a:lnTo>
                  <a:lnTo>
                    <a:pt x="0" y="73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6"/>
                  </a:lnTo>
                  <a:lnTo>
                    <a:pt x="1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24" name="Figura a mano libera 1086">
              <a:extLst>
                <a:ext uri="{FF2B5EF4-FFF2-40B4-BE49-F238E27FC236}">
                  <a16:creationId xmlns:a16="http://schemas.microsoft.com/office/drawing/2014/main" id="{D8023874-1D0B-4F45-BAF8-7FD883B21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113" y="1593850"/>
              <a:ext cx="90488" cy="58738"/>
            </a:xfrm>
            <a:custGeom>
              <a:avLst/>
              <a:gdLst>
                <a:gd name="T0" fmla="*/ 225 w 228"/>
                <a:gd name="T1" fmla="*/ 65 h 146"/>
                <a:gd name="T2" fmla="*/ 165 w 228"/>
                <a:gd name="T3" fmla="*/ 5 h 146"/>
                <a:gd name="T4" fmla="*/ 161 w 228"/>
                <a:gd name="T5" fmla="*/ 2 h 146"/>
                <a:gd name="T6" fmla="*/ 156 w 228"/>
                <a:gd name="T7" fmla="*/ 1 h 146"/>
                <a:gd name="T8" fmla="*/ 152 w 228"/>
                <a:gd name="T9" fmla="*/ 2 h 146"/>
                <a:gd name="T10" fmla="*/ 148 w 228"/>
                <a:gd name="T11" fmla="*/ 5 h 146"/>
                <a:gd name="T12" fmla="*/ 145 w 228"/>
                <a:gd name="T13" fmla="*/ 8 h 146"/>
                <a:gd name="T14" fmla="*/ 144 w 228"/>
                <a:gd name="T15" fmla="*/ 13 h 146"/>
                <a:gd name="T16" fmla="*/ 145 w 228"/>
                <a:gd name="T17" fmla="*/ 17 h 146"/>
                <a:gd name="T18" fmla="*/ 148 w 228"/>
                <a:gd name="T19" fmla="*/ 21 h 146"/>
                <a:gd name="T20" fmla="*/ 187 w 228"/>
                <a:gd name="T21" fmla="*/ 61 h 146"/>
                <a:gd name="T22" fmla="*/ 64 w 228"/>
                <a:gd name="T23" fmla="*/ 61 h 146"/>
                <a:gd name="T24" fmla="*/ 58 w 228"/>
                <a:gd name="T25" fmla="*/ 61 h 146"/>
                <a:gd name="T26" fmla="*/ 51 w 228"/>
                <a:gd name="T27" fmla="*/ 60 h 146"/>
                <a:gd name="T28" fmla="*/ 45 w 228"/>
                <a:gd name="T29" fmla="*/ 58 h 146"/>
                <a:gd name="T30" fmla="*/ 37 w 228"/>
                <a:gd name="T31" fmla="*/ 55 h 146"/>
                <a:gd name="T32" fmla="*/ 32 w 228"/>
                <a:gd name="T33" fmla="*/ 52 h 146"/>
                <a:gd name="T34" fmla="*/ 27 w 228"/>
                <a:gd name="T35" fmla="*/ 48 h 146"/>
                <a:gd name="T36" fmla="*/ 26 w 228"/>
                <a:gd name="T37" fmla="*/ 45 h 146"/>
                <a:gd name="T38" fmla="*/ 24 w 228"/>
                <a:gd name="T39" fmla="*/ 42 h 146"/>
                <a:gd name="T40" fmla="*/ 24 w 228"/>
                <a:gd name="T41" fmla="*/ 39 h 146"/>
                <a:gd name="T42" fmla="*/ 23 w 228"/>
                <a:gd name="T43" fmla="*/ 36 h 146"/>
                <a:gd name="T44" fmla="*/ 23 w 228"/>
                <a:gd name="T45" fmla="*/ 12 h 146"/>
                <a:gd name="T46" fmla="*/ 22 w 228"/>
                <a:gd name="T47" fmla="*/ 7 h 146"/>
                <a:gd name="T48" fmla="*/ 20 w 228"/>
                <a:gd name="T49" fmla="*/ 4 h 146"/>
                <a:gd name="T50" fmla="*/ 16 w 228"/>
                <a:gd name="T51" fmla="*/ 1 h 146"/>
                <a:gd name="T52" fmla="*/ 12 w 228"/>
                <a:gd name="T53" fmla="*/ 0 h 146"/>
                <a:gd name="T54" fmla="*/ 7 w 228"/>
                <a:gd name="T55" fmla="*/ 1 h 146"/>
                <a:gd name="T56" fmla="*/ 3 w 228"/>
                <a:gd name="T57" fmla="*/ 4 h 146"/>
                <a:gd name="T58" fmla="*/ 1 w 228"/>
                <a:gd name="T59" fmla="*/ 7 h 146"/>
                <a:gd name="T60" fmla="*/ 0 w 228"/>
                <a:gd name="T61" fmla="*/ 12 h 146"/>
                <a:gd name="T62" fmla="*/ 0 w 228"/>
                <a:gd name="T63" fmla="*/ 36 h 146"/>
                <a:gd name="T64" fmla="*/ 0 w 228"/>
                <a:gd name="T65" fmla="*/ 42 h 146"/>
                <a:gd name="T66" fmla="*/ 1 w 228"/>
                <a:gd name="T67" fmla="*/ 48 h 146"/>
                <a:gd name="T68" fmla="*/ 3 w 228"/>
                <a:gd name="T69" fmla="*/ 53 h 146"/>
                <a:gd name="T70" fmla="*/ 5 w 228"/>
                <a:gd name="T71" fmla="*/ 58 h 146"/>
                <a:gd name="T72" fmla="*/ 8 w 228"/>
                <a:gd name="T73" fmla="*/ 62 h 146"/>
                <a:gd name="T74" fmla="*/ 12 w 228"/>
                <a:gd name="T75" fmla="*/ 66 h 146"/>
                <a:gd name="T76" fmla="*/ 16 w 228"/>
                <a:gd name="T77" fmla="*/ 70 h 146"/>
                <a:gd name="T78" fmla="*/ 20 w 228"/>
                <a:gd name="T79" fmla="*/ 73 h 146"/>
                <a:gd name="T80" fmla="*/ 30 w 228"/>
                <a:gd name="T81" fmla="*/ 79 h 146"/>
                <a:gd name="T82" fmla="*/ 41 w 228"/>
                <a:gd name="T83" fmla="*/ 83 h 146"/>
                <a:gd name="T84" fmla="*/ 53 w 228"/>
                <a:gd name="T85" fmla="*/ 85 h 146"/>
                <a:gd name="T86" fmla="*/ 64 w 228"/>
                <a:gd name="T87" fmla="*/ 86 h 146"/>
                <a:gd name="T88" fmla="*/ 187 w 228"/>
                <a:gd name="T89" fmla="*/ 86 h 146"/>
                <a:gd name="T90" fmla="*/ 148 w 228"/>
                <a:gd name="T91" fmla="*/ 125 h 146"/>
                <a:gd name="T92" fmla="*/ 145 w 228"/>
                <a:gd name="T93" fmla="*/ 130 h 146"/>
                <a:gd name="T94" fmla="*/ 144 w 228"/>
                <a:gd name="T95" fmla="*/ 134 h 146"/>
                <a:gd name="T96" fmla="*/ 145 w 228"/>
                <a:gd name="T97" fmla="*/ 138 h 146"/>
                <a:gd name="T98" fmla="*/ 148 w 228"/>
                <a:gd name="T99" fmla="*/ 142 h 146"/>
                <a:gd name="T100" fmla="*/ 152 w 228"/>
                <a:gd name="T101" fmla="*/ 145 h 146"/>
                <a:gd name="T102" fmla="*/ 156 w 228"/>
                <a:gd name="T103" fmla="*/ 146 h 146"/>
                <a:gd name="T104" fmla="*/ 161 w 228"/>
                <a:gd name="T105" fmla="*/ 145 h 146"/>
                <a:gd name="T106" fmla="*/ 165 w 228"/>
                <a:gd name="T107" fmla="*/ 142 h 146"/>
                <a:gd name="T108" fmla="*/ 225 w 228"/>
                <a:gd name="T109" fmla="*/ 82 h 146"/>
                <a:gd name="T110" fmla="*/ 226 w 228"/>
                <a:gd name="T111" fmla="*/ 80 h 146"/>
                <a:gd name="T112" fmla="*/ 227 w 228"/>
                <a:gd name="T113" fmla="*/ 79 h 146"/>
                <a:gd name="T114" fmla="*/ 228 w 228"/>
                <a:gd name="T115" fmla="*/ 72 h 146"/>
                <a:gd name="T116" fmla="*/ 227 w 228"/>
                <a:gd name="T117" fmla="*/ 68 h 146"/>
                <a:gd name="T118" fmla="*/ 226 w 228"/>
                <a:gd name="T119" fmla="*/ 66 h 146"/>
                <a:gd name="T120" fmla="*/ 225 w 228"/>
                <a:gd name="T121" fmla="*/ 65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28" h="146">
                  <a:moveTo>
                    <a:pt x="225" y="65"/>
                  </a:moveTo>
                  <a:lnTo>
                    <a:pt x="165" y="5"/>
                  </a:lnTo>
                  <a:lnTo>
                    <a:pt x="161" y="2"/>
                  </a:lnTo>
                  <a:lnTo>
                    <a:pt x="156" y="1"/>
                  </a:lnTo>
                  <a:lnTo>
                    <a:pt x="152" y="2"/>
                  </a:lnTo>
                  <a:lnTo>
                    <a:pt x="148" y="5"/>
                  </a:lnTo>
                  <a:lnTo>
                    <a:pt x="145" y="8"/>
                  </a:lnTo>
                  <a:lnTo>
                    <a:pt x="144" y="13"/>
                  </a:lnTo>
                  <a:lnTo>
                    <a:pt x="145" y="17"/>
                  </a:lnTo>
                  <a:lnTo>
                    <a:pt x="148" y="21"/>
                  </a:lnTo>
                  <a:lnTo>
                    <a:pt x="187" y="61"/>
                  </a:lnTo>
                  <a:lnTo>
                    <a:pt x="64" y="61"/>
                  </a:lnTo>
                  <a:lnTo>
                    <a:pt x="58" y="61"/>
                  </a:lnTo>
                  <a:lnTo>
                    <a:pt x="51" y="60"/>
                  </a:lnTo>
                  <a:lnTo>
                    <a:pt x="45" y="58"/>
                  </a:lnTo>
                  <a:lnTo>
                    <a:pt x="37" y="55"/>
                  </a:lnTo>
                  <a:lnTo>
                    <a:pt x="32" y="52"/>
                  </a:lnTo>
                  <a:lnTo>
                    <a:pt x="27" y="48"/>
                  </a:lnTo>
                  <a:lnTo>
                    <a:pt x="26" y="45"/>
                  </a:lnTo>
                  <a:lnTo>
                    <a:pt x="24" y="42"/>
                  </a:lnTo>
                  <a:lnTo>
                    <a:pt x="24" y="39"/>
                  </a:lnTo>
                  <a:lnTo>
                    <a:pt x="23" y="36"/>
                  </a:lnTo>
                  <a:lnTo>
                    <a:pt x="23" y="12"/>
                  </a:lnTo>
                  <a:lnTo>
                    <a:pt x="22" y="7"/>
                  </a:lnTo>
                  <a:lnTo>
                    <a:pt x="20" y="4"/>
                  </a:lnTo>
                  <a:lnTo>
                    <a:pt x="16" y="1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4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1" y="48"/>
                  </a:lnTo>
                  <a:lnTo>
                    <a:pt x="3" y="53"/>
                  </a:lnTo>
                  <a:lnTo>
                    <a:pt x="5" y="58"/>
                  </a:lnTo>
                  <a:lnTo>
                    <a:pt x="8" y="62"/>
                  </a:lnTo>
                  <a:lnTo>
                    <a:pt x="12" y="66"/>
                  </a:lnTo>
                  <a:lnTo>
                    <a:pt x="16" y="70"/>
                  </a:lnTo>
                  <a:lnTo>
                    <a:pt x="20" y="73"/>
                  </a:lnTo>
                  <a:lnTo>
                    <a:pt x="30" y="79"/>
                  </a:lnTo>
                  <a:lnTo>
                    <a:pt x="41" y="83"/>
                  </a:lnTo>
                  <a:lnTo>
                    <a:pt x="53" y="85"/>
                  </a:lnTo>
                  <a:lnTo>
                    <a:pt x="64" y="86"/>
                  </a:lnTo>
                  <a:lnTo>
                    <a:pt x="187" y="86"/>
                  </a:lnTo>
                  <a:lnTo>
                    <a:pt x="148" y="125"/>
                  </a:lnTo>
                  <a:lnTo>
                    <a:pt x="145" y="130"/>
                  </a:lnTo>
                  <a:lnTo>
                    <a:pt x="144" y="134"/>
                  </a:lnTo>
                  <a:lnTo>
                    <a:pt x="145" y="138"/>
                  </a:lnTo>
                  <a:lnTo>
                    <a:pt x="148" y="142"/>
                  </a:lnTo>
                  <a:lnTo>
                    <a:pt x="152" y="145"/>
                  </a:lnTo>
                  <a:lnTo>
                    <a:pt x="156" y="146"/>
                  </a:lnTo>
                  <a:lnTo>
                    <a:pt x="161" y="145"/>
                  </a:lnTo>
                  <a:lnTo>
                    <a:pt x="165" y="142"/>
                  </a:lnTo>
                  <a:lnTo>
                    <a:pt x="225" y="82"/>
                  </a:lnTo>
                  <a:lnTo>
                    <a:pt x="226" y="80"/>
                  </a:lnTo>
                  <a:lnTo>
                    <a:pt x="227" y="79"/>
                  </a:lnTo>
                  <a:lnTo>
                    <a:pt x="228" y="72"/>
                  </a:lnTo>
                  <a:lnTo>
                    <a:pt x="227" y="68"/>
                  </a:lnTo>
                  <a:lnTo>
                    <a:pt x="226" y="66"/>
                  </a:lnTo>
                  <a:lnTo>
                    <a:pt x="225" y="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  <p:sp>
          <p:nvSpPr>
            <p:cNvPr id="25" name="Figura a mano libera 1087">
              <a:extLst>
                <a:ext uri="{FF2B5EF4-FFF2-40B4-BE49-F238E27FC236}">
                  <a16:creationId xmlns:a16="http://schemas.microsoft.com/office/drawing/2014/main" id="{CA85A1E3-5078-4027-BAFF-0C6D14C74A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3413" y="1446213"/>
              <a:ext cx="163513" cy="209550"/>
            </a:xfrm>
            <a:custGeom>
              <a:avLst/>
              <a:gdLst>
                <a:gd name="T0" fmla="*/ 278 w 410"/>
                <a:gd name="T1" fmla="*/ 132 h 529"/>
                <a:gd name="T2" fmla="*/ 278 w 410"/>
                <a:gd name="T3" fmla="*/ 12 h 529"/>
                <a:gd name="T4" fmla="*/ 398 w 410"/>
                <a:gd name="T5" fmla="*/ 132 h 529"/>
                <a:gd name="T6" fmla="*/ 278 w 410"/>
                <a:gd name="T7" fmla="*/ 132 h 529"/>
                <a:gd name="T8" fmla="*/ 406 w 410"/>
                <a:gd name="T9" fmla="*/ 123 h 529"/>
                <a:gd name="T10" fmla="*/ 286 w 410"/>
                <a:gd name="T11" fmla="*/ 3 h 529"/>
                <a:gd name="T12" fmla="*/ 282 w 410"/>
                <a:gd name="T13" fmla="*/ 1 h 529"/>
                <a:gd name="T14" fmla="*/ 278 w 410"/>
                <a:gd name="T15" fmla="*/ 0 h 529"/>
                <a:gd name="T16" fmla="*/ 13 w 410"/>
                <a:gd name="T17" fmla="*/ 0 h 529"/>
                <a:gd name="T18" fmla="*/ 0 w 410"/>
                <a:gd name="T19" fmla="*/ 0 h 529"/>
                <a:gd name="T20" fmla="*/ 0 w 410"/>
                <a:gd name="T21" fmla="*/ 12 h 529"/>
                <a:gd name="T22" fmla="*/ 0 w 410"/>
                <a:gd name="T23" fmla="*/ 518 h 529"/>
                <a:gd name="T24" fmla="*/ 1 w 410"/>
                <a:gd name="T25" fmla="*/ 522 h 529"/>
                <a:gd name="T26" fmla="*/ 4 w 410"/>
                <a:gd name="T27" fmla="*/ 526 h 529"/>
                <a:gd name="T28" fmla="*/ 7 w 410"/>
                <a:gd name="T29" fmla="*/ 528 h 529"/>
                <a:gd name="T30" fmla="*/ 13 w 410"/>
                <a:gd name="T31" fmla="*/ 529 h 529"/>
                <a:gd name="T32" fmla="*/ 398 w 410"/>
                <a:gd name="T33" fmla="*/ 529 h 529"/>
                <a:gd name="T34" fmla="*/ 402 w 410"/>
                <a:gd name="T35" fmla="*/ 528 h 529"/>
                <a:gd name="T36" fmla="*/ 406 w 410"/>
                <a:gd name="T37" fmla="*/ 526 h 529"/>
                <a:gd name="T38" fmla="*/ 409 w 410"/>
                <a:gd name="T39" fmla="*/ 522 h 529"/>
                <a:gd name="T40" fmla="*/ 410 w 410"/>
                <a:gd name="T41" fmla="*/ 518 h 529"/>
                <a:gd name="T42" fmla="*/ 410 w 410"/>
                <a:gd name="T43" fmla="*/ 132 h 529"/>
                <a:gd name="T44" fmla="*/ 409 w 410"/>
                <a:gd name="T45" fmla="*/ 127 h 529"/>
                <a:gd name="T46" fmla="*/ 406 w 410"/>
                <a:gd name="T47" fmla="*/ 123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0" h="529">
                  <a:moveTo>
                    <a:pt x="278" y="132"/>
                  </a:moveTo>
                  <a:lnTo>
                    <a:pt x="278" y="12"/>
                  </a:lnTo>
                  <a:lnTo>
                    <a:pt x="398" y="132"/>
                  </a:lnTo>
                  <a:lnTo>
                    <a:pt x="278" y="132"/>
                  </a:lnTo>
                  <a:close/>
                  <a:moveTo>
                    <a:pt x="406" y="123"/>
                  </a:moveTo>
                  <a:lnTo>
                    <a:pt x="286" y="3"/>
                  </a:lnTo>
                  <a:lnTo>
                    <a:pt x="282" y="1"/>
                  </a:lnTo>
                  <a:lnTo>
                    <a:pt x="278" y="0"/>
                  </a:lnTo>
                  <a:lnTo>
                    <a:pt x="13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518"/>
                  </a:lnTo>
                  <a:lnTo>
                    <a:pt x="1" y="522"/>
                  </a:lnTo>
                  <a:lnTo>
                    <a:pt x="4" y="526"/>
                  </a:lnTo>
                  <a:lnTo>
                    <a:pt x="7" y="528"/>
                  </a:lnTo>
                  <a:lnTo>
                    <a:pt x="13" y="529"/>
                  </a:lnTo>
                  <a:lnTo>
                    <a:pt x="398" y="529"/>
                  </a:lnTo>
                  <a:lnTo>
                    <a:pt x="402" y="528"/>
                  </a:lnTo>
                  <a:lnTo>
                    <a:pt x="406" y="526"/>
                  </a:lnTo>
                  <a:lnTo>
                    <a:pt x="409" y="522"/>
                  </a:lnTo>
                  <a:lnTo>
                    <a:pt x="410" y="518"/>
                  </a:lnTo>
                  <a:lnTo>
                    <a:pt x="410" y="132"/>
                  </a:lnTo>
                  <a:lnTo>
                    <a:pt x="409" y="127"/>
                  </a:lnTo>
                  <a:lnTo>
                    <a:pt x="406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1061713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o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Rombo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 dirty="0"/>
            </a:p>
          </p:txBody>
        </p:sp>
        <p:sp>
          <p:nvSpPr>
            <p:cNvPr id="13" name="Rombo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 dirty="0"/>
            </a:p>
          </p:txBody>
        </p:sp>
      </p:grpSp>
      <p:sp>
        <p:nvSpPr>
          <p:cNvPr id="15" name="Titolo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rtlCol="0" anchor="ctr">
            <a:spAutoFit/>
          </a:bodyPr>
          <a:lstStyle/>
          <a:p>
            <a:pPr rtl="0"/>
            <a:r>
              <a:rPr lang="it-IT" sz="7200" b="1" dirty="0">
                <a:solidFill>
                  <a:schemeClr val="bg1"/>
                </a:solidFill>
              </a:rPr>
              <a:t>Grazie</a:t>
            </a:r>
            <a:endParaRPr lang="it-IT" sz="7200" dirty="0">
              <a:solidFill>
                <a:schemeClr val="accent4"/>
              </a:solidFill>
            </a:endParaRPr>
          </a:p>
        </p:txBody>
      </p:sp>
      <p:pic>
        <p:nvPicPr>
          <p:cNvPr id="6" name="Immagine 5" descr="Questa immagine è un'icona con scritto &quot;24Slides&quot;.">
            <a:hlinkClick r:id="rId3"/>
            <a:extLst>
              <a:ext uri="{FF2B5EF4-FFF2-40B4-BE49-F238E27FC236}">
                <a16:creationId xmlns:a16="http://schemas.microsoft.com/office/drawing/2014/main" id="{A86744F2-5246-4A0A-B119-35E7FB76A0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332" y="5919419"/>
            <a:ext cx="1471335" cy="42036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Modifica dei dati</a:t>
            </a:r>
          </a:p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Diapositive</a:t>
            </a: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tangolo 32">
            <a:extLst>
              <a:ext uri="{FF2B5EF4-FFF2-40B4-BE49-F238E27FC236}">
                <a16:creationId xmlns:a16="http://schemas.microsoft.com/office/drawing/2014/main" id="{913AB221-FD8D-4664-9B4C-AE1B1660ECAA}"/>
              </a:ext>
            </a:extLst>
          </p:cNvPr>
          <p:cNvSpPr/>
          <p:nvPr/>
        </p:nvSpPr>
        <p:spPr>
          <a:xfrm>
            <a:off x="2043112" y="2789343"/>
            <a:ext cx="2428875" cy="2172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Per modificare i dati nei grafici e nel diagramma inclusi in questo modello, basta fare clic con il pulsante destro del mouse sul diagramma e scegliere </a:t>
            </a:r>
            <a:r>
              <a:rPr lang="it-IT" sz="1400" i="1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Modifica dati in Excel.</a:t>
            </a:r>
          </a:p>
          <a:p>
            <a:pPr rtl="0">
              <a:lnSpc>
                <a:spcPts val="1900"/>
              </a:lnSpc>
            </a:pPr>
            <a:endParaRPr lang="it-IT" sz="1400" i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  <a:p>
            <a:pPr rtl="0">
              <a:lnSpc>
                <a:spcPts val="1900"/>
              </a:lnSpc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Excel si aprirà, consentendo di modificare i dati pertinenti.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5DB1F73-D09B-4348-9D26-3FCCB6C80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850" y="1502797"/>
            <a:ext cx="6071849" cy="416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783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442_TF78455520.potx" id="{18B1944C-1E7D-43C4-975E-E50ACFFDB4A4}" vid="{83F0D432-2B92-4580-B168-71CC71A93FA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Analisi di progetto, da 24Slides</Template>
  <TotalTime>257</TotalTime>
  <Words>1539</Words>
  <Application>Microsoft Office PowerPoint</Application>
  <PresentationFormat>Widescreen</PresentationFormat>
  <Paragraphs>229</Paragraphs>
  <Slides>21</Slides>
  <Notes>21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7" baseType="lpstr">
      <vt:lpstr>Arial</vt:lpstr>
      <vt:lpstr>Calibri</vt:lpstr>
      <vt:lpstr>Century Gothic</vt:lpstr>
      <vt:lpstr>Segoe UI</vt:lpstr>
      <vt:lpstr>Segoe UI Light</vt:lpstr>
      <vt:lpstr>Tema di Office</vt:lpstr>
      <vt:lpstr>Implementazione di un layer applicativo di robustezza per ESP-NOW Industrial Communications a.a. 25/25</vt:lpstr>
      <vt:lpstr>Analisi progetto diapositiva 8</vt:lpstr>
      <vt:lpstr>Analisi progetto diapositiva 8</vt:lpstr>
      <vt:lpstr>Analisi progetto diapositiva 8</vt:lpstr>
      <vt:lpstr>Analisi progetto diapositiva 8</vt:lpstr>
      <vt:lpstr>Analisi progetto diapositiva 8</vt:lpstr>
      <vt:lpstr>Analisi progetto diapositiva 8</vt:lpstr>
      <vt:lpstr>Analisi progetto diapositiva 8</vt:lpstr>
      <vt:lpstr>Analisi progetto diapositiva 8</vt:lpstr>
      <vt:lpstr>Analisi progetto diapositiva 8</vt:lpstr>
      <vt:lpstr>Analisi progetto diapositiva 2</vt:lpstr>
      <vt:lpstr>Analisi progetto diapositiva 2</vt:lpstr>
      <vt:lpstr>Analisi progetto diapositiva 3</vt:lpstr>
      <vt:lpstr>Analisi progetto diapositiva 4</vt:lpstr>
      <vt:lpstr>Analisi progetto diapositiva 5</vt:lpstr>
      <vt:lpstr>Analisi progetto diapositiva 6</vt:lpstr>
      <vt:lpstr>Analisi progetto diapositiva 7</vt:lpstr>
      <vt:lpstr>Analisi progetto diapositiva 8</vt:lpstr>
      <vt:lpstr>Analisi progetto diapositiva10</vt:lpstr>
      <vt:lpstr>Grazie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Americo Cherubini</dc:creator>
  <cp:lastModifiedBy>Americo Cherubini</cp:lastModifiedBy>
  <cp:revision>2</cp:revision>
  <dcterms:created xsi:type="dcterms:W3CDTF">2026-06-30T12:30:35Z</dcterms:created>
  <dcterms:modified xsi:type="dcterms:W3CDTF">2026-06-30T16:47:39Z</dcterms:modified>
</cp:coreProperties>
</file>